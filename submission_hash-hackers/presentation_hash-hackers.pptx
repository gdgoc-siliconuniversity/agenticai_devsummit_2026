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8838-7198-7300-33AE-496FB8A0B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139D9-776F-2537-FD30-45844FD64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D2A3E-5070-6F9C-4E46-A5F81156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9CF1-8DDC-1A4E-8F8F-06F03634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4A3A2-1F02-D828-A646-A0008D03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0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92D0-0D67-1241-3D3E-B5CC7498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4846-5D6B-853D-BD74-216CE729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A0D20-49B5-9E4F-3FC0-B11C63A0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08F3A-A061-452C-8EE8-EED7B5E6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D808B-F7A9-C42C-E687-65A987D7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3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87C4-2A5A-61D4-EE07-9C90B7CC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7C28A-18E5-B62B-0E23-27FBC0554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A804C-2C27-7C83-282D-0F5BB007E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CD1A2-94CF-E2AA-88B9-AFB5D4B4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9C666-8C95-5F92-566D-D62B32F6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4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6676-71D9-8DB2-EA75-9C9CC171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157A-6BFE-7FC4-DA9D-3AF918F32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5FEB8-65F6-5ADB-60E2-9E02BFBFC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E04D5-FAC6-6072-7CC7-B6026A6B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25E0D-99E7-96DA-8465-7B13F5F8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C5A8-F2C0-457A-7940-29057EF4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72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8407-3407-98B4-FE54-6F508B9E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74F80-B932-58F6-FC31-B54DE2201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187AD-E652-F4AC-D943-E6C1850C9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6F460-CFF6-EAC5-8B33-845EB644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8B7C3-07A8-6D2F-9C2A-136AB6B1A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D849BF-8181-CC05-6EB5-CA6D5850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C273C-8ED0-7F18-BC58-6AAFB59F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26245-C761-4D0E-C5AA-0D115F3B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19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F251-5831-E417-D961-C1CC516D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3BB3A-F4FB-8461-CE6B-43C30104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FCC91-39D3-7F31-EE8E-BB4442B4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8D6D9-EE22-1876-263C-6F47B658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0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484A2-D67E-BDAB-FFD7-6330D5E4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E5396-3754-3827-35A3-F1233AB6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CDF10-7CE0-49A5-CDD2-DFE381DC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24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A0D9-3802-359F-0407-E7130521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1FBD3-7DAC-0ECC-370A-D9524EDB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5DCC7-F40E-28AE-E182-71A0D06A6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42FDF-E55B-DF99-C842-ACEB3234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ACE8F-C9B9-CE01-8290-64E152BA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54BE6-F211-6704-02FF-54ACA47B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46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4A66-DE4A-2FC7-FD4D-6A7A1057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D3D53-6557-E8F3-E048-94C257A11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0B857-A9C5-C0F5-9285-79AC3ABAE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3F39B-1AA5-5699-1F9B-0F6E6B0D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F4ADC-B086-CF52-4E22-C34E1AB3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F1E58-B47E-1011-F715-87F15540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79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2737-1DFF-4D20-EF5B-E0BD484E0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0F473-5726-3E10-5FE4-A5CB1093B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37E95-B5A5-C5EE-B405-B9C33571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71DCB-71FB-D72A-D726-EF2E9EC9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4DB0A-0A19-167A-8D2B-364C8CC8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57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301BB-48D4-2041-01B0-C94EA300F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065A2-B4AD-C3BC-B4B3-0B935D25C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2C303-1F05-4D6B-4720-3B9ED04E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A1399-6663-4318-9622-445BAC8C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A9A80-EC4E-2000-D7A0-FE0A26E2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1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FCF828-5098-1F2D-5A63-08A7D31E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91CF0-6975-1AB7-2AA4-281CDB664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3E230-B9D0-B8CE-BCF1-DAF28DE34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E5048-3F04-48E8-9408-FB4DF5C3E01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82B21-E73D-6519-B21D-D7DF8D911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4E614-AA8C-B020-2750-9DC3B25A4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855D3-3170-493B-8E71-BDEE73C21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046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50D99-DCA2-FECE-9AE7-BC0E3FFD5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6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73C63-CF0A-2CEB-4149-078E96C92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2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8CD341-0167-CB6A-2573-DD464CDAA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48" y="457200"/>
            <a:ext cx="5875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2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2CBDA8-9A8F-2486-C1E5-D2A8314C0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35" r="-1" b="2865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01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Aman</dc:creator>
  <cp:lastModifiedBy>Priyanshu Aman</cp:lastModifiedBy>
  <cp:revision>1</cp:revision>
  <dcterms:created xsi:type="dcterms:W3CDTF">2026-04-03T10:09:01Z</dcterms:created>
  <dcterms:modified xsi:type="dcterms:W3CDTF">2026-04-03T10:31:16Z</dcterms:modified>
</cp:coreProperties>
</file>