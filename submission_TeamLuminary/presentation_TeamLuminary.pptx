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872DF1-66D0-4E01-B158-3760D043AB2B}" v="1245" dt="2026-04-03T11:10:24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BD1AA7-7D89-499D-97A4-22F7C1986F3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0A9058-CFF8-4ECA-82F1-091980078A49}">
      <dgm:prSet/>
      <dgm:spPr/>
      <dgm:t>
        <a:bodyPr/>
        <a:lstStyle/>
        <a:p>
          <a:r>
            <a:rPr lang="en-US"/>
            <a:t>No complex API approvals </a:t>
          </a:r>
        </a:p>
      </dgm:t>
    </dgm:pt>
    <dgm:pt modelId="{19DD7C09-09F0-46F5-8975-13170A8DF788}" type="parTrans" cxnId="{3AA27FB5-E7F9-4E65-85D4-113CB700C858}">
      <dgm:prSet/>
      <dgm:spPr/>
      <dgm:t>
        <a:bodyPr/>
        <a:lstStyle/>
        <a:p>
          <a:endParaRPr lang="en-US"/>
        </a:p>
      </dgm:t>
    </dgm:pt>
    <dgm:pt modelId="{6313C0E1-0398-4397-937A-69DF6C160ECC}" type="sibTrans" cxnId="{3AA27FB5-E7F9-4E65-85D4-113CB700C858}">
      <dgm:prSet/>
      <dgm:spPr/>
      <dgm:t>
        <a:bodyPr/>
        <a:lstStyle/>
        <a:p>
          <a:endParaRPr lang="en-US"/>
        </a:p>
      </dgm:t>
    </dgm:pt>
    <dgm:pt modelId="{72BB2BDB-B03F-49B6-B635-924993BD9EE5}">
      <dgm:prSet/>
      <dgm:spPr/>
      <dgm:t>
        <a:bodyPr/>
        <a:lstStyle/>
        <a:p>
          <a:r>
            <a:rPr lang="en-US"/>
            <a:t>Fast integration by using Sheets, Notions , Slack</a:t>
          </a:r>
        </a:p>
      </dgm:t>
    </dgm:pt>
    <dgm:pt modelId="{78333A72-880F-47C1-B9EA-E2E4B49B4858}" type="parTrans" cxnId="{FAE927F1-D2AF-4002-9536-D1113E486E3A}">
      <dgm:prSet/>
      <dgm:spPr/>
      <dgm:t>
        <a:bodyPr/>
        <a:lstStyle/>
        <a:p>
          <a:endParaRPr lang="en-US"/>
        </a:p>
      </dgm:t>
    </dgm:pt>
    <dgm:pt modelId="{3A16F8C0-AE83-4210-89EE-9FA57E0E04ED}" type="sibTrans" cxnId="{FAE927F1-D2AF-4002-9536-D1113E486E3A}">
      <dgm:prSet/>
      <dgm:spPr/>
      <dgm:t>
        <a:bodyPr/>
        <a:lstStyle/>
        <a:p>
          <a:endParaRPr lang="en-US"/>
        </a:p>
      </dgm:t>
    </dgm:pt>
    <dgm:pt modelId="{3DDC5361-D6AA-4A0D-90CD-BF062E8CD9AD}">
      <dgm:prSet/>
      <dgm:spPr/>
      <dgm:t>
        <a:bodyPr/>
        <a:lstStyle/>
        <a:p>
          <a:r>
            <a:rPr lang="en-US"/>
            <a:t>Maximum Agentic decision making </a:t>
          </a:r>
        </a:p>
      </dgm:t>
    </dgm:pt>
    <dgm:pt modelId="{357DACC3-4A39-46B6-AFEA-EE843A5E0EAB}" type="parTrans" cxnId="{CE58CA2B-179E-4274-9DA3-92400050834A}">
      <dgm:prSet/>
      <dgm:spPr/>
      <dgm:t>
        <a:bodyPr/>
        <a:lstStyle/>
        <a:p>
          <a:endParaRPr lang="en-US"/>
        </a:p>
      </dgm:t>
    </dgm:pt>
    <dgm:pt modelId="{4593F22A-BD7B-430B-91C1-BD215AB91E3E}" type="sibTrans" cxnId="{CE58CA2B-179E-4274-9DA3-92400050834A}">
      <dgm:prSet/>
      <dgm:spPr/>
      <dgm:t>
        <a:bodyPr/>
        <a:lstStyle/>
        <a:p>
          <a:endParaRPr lang="en-US"/>
        </a:p>
      </dgm:t>
    </dgm:pt>
    <dgm:pt modelId="{D18E1560-93C3-4156-BC7C-2B218AFD257E}">
      <dgm:prSet/>
      <dgm:spPr/>
      <dgm:t>
        <a:bodyPr/>
        <a:lstStyle/>
        <a:p>
          <a:r>
            <a:rPr lang="en-US"/>
            <a:t>Low risk of demo failure</a:t>
          </a:r>
        </a:p>
      </dgm:t>
    </dgm:pt>
    <dgm:pt modelId="{9491141E-80FC-4D03-BD98-71A9764FC18F}" type="parTrans" cxnId="{4B93CF55-6D29-436C-9DB2-BAD84B2BFB8E}">
      <dgm:prSet/>
      <dgm:spPr/>
      <dgm:t>
        <a:bodyPr/>
        <a:lstStyle/>
        <a:p>
          <a:endParaRPr lang="en-US"/>
        </a:p>
      </dgm:t>
    </dgm:pt>
    <dgm:pt modelId="{C2A69ECC-C234-4E4C-B0EB-1BAF6587C129}" type="sibTrans" cxnId="{4B93CF55-6D29-436C-9DB2-BAD84B2BFB8E}">
      <dgm:prSet/>
      <dgm:spPr/>
      <dgm:t>
        <a:bodyPr/>
        <a:lstStyle/>
        <a:p>
          <a:endParaRPr lang="en-US"/>
        </a:p>
      </dgm:t>
    </dgm:pt>
    <dgm:pt modelId="{6D15D5FE-C53D-4652-9E06-26FCC3EC2E9A}" type="pres">
      <dgm:prSet presAssocID="{40BD1AA7-7D89-499D-97A4-22F7C1986F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EDCFE3-07AF-46FE-8DD3-8368471EA32B}" type="pres">
      <dgm:prSet presAssocID="{FF0A9058-CFF8-4ECA-82F1-091980078A49}" presName="hierRoot1" presStyleCnt="0"/>
      <dgm:spPr/>
    </dgm:pt>
    <dgm:pt modelId="{2CF28117-1A73-40E9-B789-6AACFD54C174}" type="pres">
      <dgm:prSet presAssocID="{FF0A9058-CFF8-4ECA-82F1-091980078A49}" presName="composite" presStyleCnt="0"/>
      <dgm:spPr/>
    </dgm:pt>
    <dgm:pt modelId="{854A59B8-DAA7-4A2B-B3DA-F86CCFB81EB6}" type="pres">
      <dgm:prSet presAssocID="{FF0A9058-CFF8-4ECA-82F1-091980078A49}" presName="background" presStyleLbl="node0" presStyleIdx="0" presStyleCnt="4"/>
      <dgm:spPr/>
    </dgm:pt>
    <dgm:pt modelId="{E778F425-CB09-4C60-ABF2-5C18FF93FF94}" type="pres">
      <dgm:prSet presAssocID="{FF0A9058-CFF8-4ECA-82F1-091980078A49}" presName="text" presStyleLbl="fgAcc0" presStyleIdx="0" presStyleCnt="4">
        <dgm:presLayoutVars>
          <dgm:chPref val="3"/>
        </dgm:presLayoutVars>
      </dgm:prSet>
      <dgm:spPr/>
    </dgm:pt>
    <dgm:pt modelId="{DAD92A74-546E-427A-A8E9-788BCA684627}" type="pres">
      <dgm:prSet presAssocID="{FF0A9058-CFF8-4ECA-82F1-091980078A49}" presName="hierChild2" presStyleCnt="0"/>
      <dgm:spPr/>
    </dgm:pt>
    <dgm:pt modelId="{B9B8FBD9-1F16-403E-9E91-A4ECC9D21202}" type="pres">
      <dgm:prSet presAssocID="{72BB2BDB-B03F-49B6-B635-924993BD9EE5}" presName="hierRoot1" presStyleCnt="0"/>
      <dgm:spPr/>
    </dgm:pt>
    <dgm:pt modelId="{98738226-3526-4D03-A40B-CEA7D764636A}" type="pres">
      <dgm:prSet presAssocID="{72BB2BDB-B03F-49B6-B635-924993BD9EE5}" presName="composite" presStyleCnt="0"/>
      <dgm:spPr/>
    </dgm:pt>
    <dgm:pt modelId="{5E1963A2-0469-4602-B84D-0B1638AC6923}" type="pres">
      <dgm:prSet presAssocID="{72BB2BDB-B03F-49B6-B635-924993BD9EE5}" presName="background" presStyleLbl="node0" presStyleIdx="1" presStyleCnt="4"/>
      <dgm:spPr/>
    </dgm:pt>
    <dgm:pt modelId="{F0A53046-88F8-468B-895D-8A2C80061B38}" type="pres">
      <dgm:prSet presAssocID="{72BB2BDB-B03F-49B6-B635-924993BD9EE5}" presName="text" presStyleLbl="fgAcc0" presStyleIdx="1" presStyleCnt="4">
        <dgm:presLayoutVars>
          <dgm:chPref val="3"/>
        </dgm:presLayoutVars>
      </dgm:prSet>
      <dgm:spPr/>
    </dgm:pt>
    <dgm:pt modelId="{76836529-5A71-4171-8CEC-29C04C6026AE}" type="pres">
      <dgm:prSet presAssocID="{72BB2BDB-B03F-49B6-B635-924993BD9EE5}" presName="hierChild2" presStyleCnt="0"/>
      <dgm:spPr/>
    </dgm:pt>
    <dgm:pt modelId="{109E847E-4FF5-4F6D-97C6-F0ACDF2928AE}" type="pres">
      <dgm:prSet presAssocID="{3DDC5361-D6AA-4A0D-90CD-BF062E8CD9AD}" presName="hierRoot1" presStyleCnt="0"/>
      <dgm:spPr/>
    </dgm:pt>
    <dgm:pt modelId="{FE917C12-ED74-44FA-ACA7-C6842EFEA019}" type="pres">
      <dgm:prSet presAssocID="{3DDC5361-D6AA-4A0D-90CD-BF062E8CD9AD}" presName="composite" presStyleCnt="0"/>
      <dgm:spPr/>
    </dgm:pt>
    <dgm:pt modelId="{D605CEE2-FD87-41E1-8134-430D4B120C62}" type="pres">
      <dgm:prSet presAssocID="{3DDC5361-D6AA-4A0D-90CD-BF062E8CD9AD}" presName="background" presStyleLbl="node0" presStyleIdx="2" presStyleCnt="4"/>
      <dgm:spPr/>
    </dgm:pt>
    <dgm:pt modelId="{0A1374E1-49FB-49EE-9D26-F6CF307AD4A0}" type="pres">
      <dgm:prSet presAssocID="{3DDC5361-D6AA-4A0D-90CD-BF062E8CD9AD}" presName="text" presStyleLbl="fgAcc0" presStyleIdx="2" presStyleCnt="4">
        <dgm:presLayoutVars>
          <dgm:chPref val="3"/>
        </dgm:presLayoutVars>
      </dgm:prSet>
      <dgm:spPr/>
    </dgm:pt>
    <dgm:pt modelId="{E5D1DAB3-CD0C-47C6-B53C-53BA90B5CB95}" type="pres">
      <dgm:prSet presAssocID="{3DDC5361-D6AA-4A0D-90CD-BF062E8CD9AD}" presName="hierChild2" presStyleCnt="0"/>
      <dgm:spPr/>
    </dgm:pt>
    <dgm:pt modelId="{70E3EB06-4517-4D43-AF41-341F12CDC4CB}" type="pres">
      <dgm:prSet presAssocID="{D18E1560-93C3-4156-BC7C-2B218AFD257E}" presName="hierRoot1" presStyleCnt="0"/>
      <dgm:spPr/>
    </dgm:pt>
    <dgm:pt modelId="{2F71D7B0-7C62-407F-B9D6-FD808BDB9A78}" type="pres">
      <dgm:prSet presAssocID="{D18E1560-93C3-4156-BC7C-2B218AFD257E}" presName="composite" presStyleCnt="0"/>
      <dgm:spPr/>
    </dgm:pt>
    <dgm:pt modelId="{724AFF2F-A340-406C-BC31-9F068D7D7EB4}" type="pres">
      <dgm:prSet presAssocID="{D18E1560-93C3-4156-BC7C-2B218AFD257E}" presName="background" presStyleLbl="node0" presStyleIdx="3" presStyleCnt="4"/>
      <dgm:spPr/>
    </dgm:pt>
    <dgm:pt modelId="{FF0E7BB6-77E1-4A26-AC33-FC5C15601883}" type="pres">
      <dgm:prSet presAssocID="{D18E1560-93C3-4156-BC7C-2B218AFD257E}" presName="text" presStyleLbl="fgAcc0" presStyleIdx="3" presStyleCnt="4">
        <dgm:presLayoutVars>
          <dgm:chPref val="3"/>
        </dgm:presLayoutVars>
      </dgm:prSet>
      <dgm:spPr/>
    </dgm:pt>
    <dgm:pt modelId="{E38A19E5-F98F-4605-95ED-54D8A4C6E57A}" type="pres">
      <dgm:prSet presAssocID="{D18E1560-93C3-4156-BC7C-2B218AFD257E}" presName="hierChild2" presStyleCnt="0"/>
      <dgm:spPr/>
    </dgm:pt>
  </dgm:ptLst>
  <dgm:cxnLst>
    <dgm:cxn modelId="{6CF4B812-3267-4A0E-A20F-96221D5D16C6}" type="presOf" srcId="{3DDC5361-D6AA-4A0D-90CD-BF062E8CD9AD}" destId="{0A1374E1-49FB-49EE-9D26-F6CF307AD4A0}" srcOrd="0" destOrd="0" presId="urn:microsoft.com/office/officeart/2005/8/layout/hierarchy1"/>
    <dgm:cxn modelId="{C9F3A52A-8EF6-4AC4-BFA8-E55D85425D62}" type="presOf" srcId="{FF0A9058-CFF8-4ECA-82F1-091980078A49}" destId="{E778F425-CB09-4C60-ABF2-5C18FF93FF94}" srcOrd="0" destOrd="0" presId="urn:microsoft.com/office/officeart/2005/8/layout/hierarchy1"/>
    <dgm:cxn modelId="{CE58CA2B-179E-4274-9DA3-92400050834A}" srcId="{40BD1AA7-7D89-499D-97A4-22F7C1986F3E}" destId="{3DDC5361-D6AA-4A0D-90CD-BF062E8CD9AD}" srcOrd="2" destOrd="0" parTransId="{357DACC3-4A39-46B6-AFEA-EE843A5E0EAB}" sibTransId="{4593F22A-BD7B-430B-91C1-BD215AB91E3E}"/>
    <dgm:cxn modelId="{4B93CF55-6D29-436C-9DB2-BAD84B2BFB8E}" srcId="{40BD1AA7-7D89-499D-97A4-22F7C1986F3E}" destId="{D18E1560-93C3-4156-BC7C-2B218AFD257E}" srcOrd="3" destOrd="0" parTransId="{9491141E-80FC-4D03-BD98-71A9764FC18F}" sibTransId="{C2A69ECC-C234-4E4C-B0EB-1BAF6587C129}"/>
    <dgm:cxn modelId="{EDF5A58A-42DC-4F56-B417-A6788D156617}" type="presOf" srcId="{72BB2BDB-B03F-49B6-B635-924993BD9EE5}" destId="{F0A53046-88F8-468B-895D-8A2C80061B38}" srcOrd="0" destOrd="0" presId="urn:microsoft.com/office/officeart/2005/8/layout/hierarchy1"/>
    <dgm:cxn modelId="{E55409AD-2C0C-4C95-AF4D-9C96D11CB35D}" type="presOf" srcId="{D18E1560-93C3-4156-BC7C-2B218AFD257E}" destId="{FF0E7BB6-77E1-4A26-AC33-FC5C15601883}" srcOrd="0" destOrd="0" presId="urn:microsoft.com/office/officeart/2005/8/layout/hierarchy1"/>
    <dgm:cxn modelId="{3AA27FB5-E7F9-4E65-85D4-113CB700C858}" srcId="{40BD1AA7-7D89-499D-97A4-22F7C1986F3E}" destId="{FF0A9058-CFF8-4ECA-82F1-091980078A49}" srcOrd="0" destOrd="0" parTransId="{19DD7C09-09F0-46F5-8975-13170A8DF788}" sibTransId="{6313C0E1-0398-4397-937A-69DF6C160ECC}"/>
    <dgm:cxn modelId="{FAE927F1-D2AF-4002-9536-D1113E486E3A}" srcId="{40BD1AA7-7D89-499D-97A4-22F7C1986F3E}" destId="{72BB2BDB-B03F-49B6-B635-924993BD9EE5}" srcOrd="1" destOrd="0" parTransId="{78333A72-880F-47C1-B9EA-E2E4B49B4858}" sibTransId="{3A16F8C0-AE83-4210-89EE-9FA57E0E04ED}"/>
    <dgm:cxn modelId="{FC5247FE-91FE-4C17-82C5-A6813B7976D4}" type="presOf" srcId="{40BD1AA7-7D89-499D-97A4-22F7C1986F3E}" destId="{6D15D5FE-C53D-4652-9E06-26FCC3EC2E9A}" srcOrd="0" destOrd="0" presId="urn:microsoft.com/office/officeart/2005/8/layout/hierarchy1"/>
    <dgm:cxn modelId="{E08432B6-94E6-4D36-8804-D1795BF3B059}" type="presParOf" srcId="{6D15D5FE-C53D-4652-9E06-26FCC3EC2E9A}" destId="{E8EDCFE3-07AF-46FE-8DD3-8368471EA32B}" srcOrd="0" destOrd="0" presId="urn:microsoft.com/office/officeart/2005/8/layout/hierarchy1"/>
    <dgm:cxn modelId="{272CE797-4EBB-4471-9E6D-BB143F36FE09}" type="presParOf" srcId="{E8EDCFE3-07AF-46FE-8DD3-8368471EA32B}" destId="{2CF28117-1A73-40E9-B789-6AACFD54C174}" srcOrd="0" destOrd="0" presId="urn:microsoft.com/office/officeart/2005/8/layout/hierarchy1"/>
    <dgm:cxn modelId="{F04CFC46-5A65-45C8-970A-2078867D5E52}" type="presParOf" srcId="{2CF28117-1A73-40E9-B789-6AACFD54C174}" destId="{854A59B8-DAA7-4A2B-B3DA-F86CCFB81EB6}" srcOrd="0" destOrd="0" presId="urn:microsoft.com/office/officeart/2005/8/layout/hierarchy1"/>
    <dgm:cxn modelId="{8FCBE5B0-564B-4751-A1AC-D326A217DAD0}" type="presParOf" srcId="{2CF28117-1A73-40E9-B789-6AACFD54C174}" destId="{E778F425-CB09-4C60-ABF2-5C18FF93FF94}" srcOrd="1" destOrd="0" presId="urn:microsoft.com/office/officeart/2005/8/layout/hierarchy1"/>
    <dgm:cxn modelId="{FB441831-6C0C-431A-87DC-01A62D3D2512}" type="presParOf" srcId="{E8EDCFE3-07AF-46FE-8DD3-8368471EA32B}" destId="{DAD92A74-546E-427A-A8E9-788BCA684627}" srcOrd="1" destOrd="0" presId="urn:microsoft.com/office/officeart/2005/8/layout/hierarchy1"/>
    <dgm:cxn modelId="{78896A17-6558-4A0C-85E0-733A3D3E7217}" type="presParOf" srcId="{6D15D5FE-C53D-4652-9E06-26FCC3EC2E9A}" destId="{B9B8FBD9-1F16-403E-9E91-A4ECC9D21202}" srcOrd="1" destOrd="0" presId="urn:microsoft.com/office/officeart/2005/8/layout/hierarchy1"/>
    <dgm:cxn modelId="{A2930D34-A52F-4D2C-AE77-D991C9E5EB45}" type="presParOf" srcId="{B9B8FBD9-1F16-403E-9E91-A4ECC9D21202}" destId="{98738226-3526-4D03-A40B-CEA7D764636A}" srcOrd="0" destOrd="0" presId="urn:microsoft.com/office/officeart/2005/8/layout/hierarchy1"/>
    <dgm:cxn modelId="{3B695456-3F04-4631-A61E-70CFAA7869B3}" type="presParOf" srcId="{98738226-3526-4D03-A40B-CEA7D764636A}" destId="{5E1963A2-0469-4602-B84D-0B1638AC6923}" srcOrd="0" destOrd="0" presId="urn:microsoft.com/office/officeart/2005/8/layout/hierarchy1"/>
    <dgm:cxn modelId="{8A177E57-08E4-4356-9383-B71371C8ADB1}" type="presParOf" srcId="{98738226-3526-4D03-A40B-CEA7D764636A}" destId="{F0A53046-88F8-468B-895D-8A2C80061B38}" srcOrd="1" destOrd="0" presId="urn:microsoft.com/office/officeart/2005/8/layout/hierarchy1"/>
    <dgm:cxn modelId="{1FCCDF04-9801-4162-A303-7F16DCD384CB}" type="presParOf" srcId="{B9B8FBD9-1F16-403E-9E91-A4ECC9D21202}" destId="{76836529-5A71-4171-8CEC-29C04C6026AE}" srcOrd="1" destOrd="0" presId="urn:microsoft.com/office/officeart/2005/8/layout/hierarchy1"/>
    <dgm:cxn modelId="{94409F23-5A64-4744-B56E-1E98DDC73D72}" type="presParOf" srcId="{6D15D5FE-C53D-4652-9E06-26FCC3EC2E9A}" destId="{109E847E-4FF5-4F6D-97C6-F0ACDF2928AE}" srcOrd="2" destOrd="0" presId="urn:microsoft.com/office/officeart/2005/8/layout/hierarchy1"/>
    <dgm:cxn modelId="{347F7A84-7F06-442E-BF6D-0B0368F10EB7}" type="presParOf" srcId="{109E847E-4FF5-4F6D-97C6-F0ACDF2928AE}" destId="{FE917C12-ED74-44FA-ACA7-C6842EFEA019}" srcOrd="0" destOrd="0" presId="urn:microsoft.com/office/officeart/2005/8/layout/hierarchy1"/>
    <dgm:cxn modelId="{CD5F258C-4890-47E6-A29E-87CDE8DB5BF4}" type="presParOf" srcId="{FE917C12-ED74-44FA-ACA7-C6842EFEA019}" destId="{D605CEE2-FD87-41E1-8134-430D4B120C62}" srcOrd="0" destOrd="0" presId="urn:microsoft.com/office/officeart/2005/8/layout/hierarchy1"/>
    <dgm:cxn modelId="{2F08547C-A149-44C5-BEE3-9B5D7CA37130}" type="presParOf" srcId="{FE917C12-ED74-44FA-ACA7-C6842EFEA019}" destId="{0A1374E1-49FB-49EE-9D26-F6CF307AD4A0}" srcOrd="1" destOrd="0" presId="urn:microsoft.com/office/officeart/2005/8/layout/hierarchy1"/>
    <dgm:cxn modelId="{A2CE640D-4C3D-4601-9214-7239E4A4505F}" type="presParOf" srcId="{109E847E-4FF5-4F6D-97C6-F0ACDF2928AE}" destId="{E5D1DAB3-CD0C-47C6-B53C-53BA90B5CB95}" srcOrd="1" destOrd="0" presId="urn:microsoft.com/office/officeart/2005/8/layout/hierarchy1"/>
    <dgm:cxn modelId="{E3283D53-3F10-4194-88AF-2B75D58D8BEF}" type="presParOf" srcId="{6D15D5FE-C53D-4652-9E06-26FCC3EC2E9A}" destId="{70E3EB06-4517-4D43-AF41-341F12CDC4CB}" srcOrd="3" destOrd="0" presId="urn:microsoft.com/office/officeart/2005/8/layout/hierarchy1"/>
    <dgm:cxn modelId="{239FFC70-815A-4045-AA14-8CD4B0327FC8}" type="presParOf" srcId="{70E3EB06-4517-4D43-AF41-341F12CDC4CB}" destId="{2F71D7B0-7C62-407F-B9D6-FD808BDB9A78}" srcOrd="0" destOrd="0" presId="urn:microsoft.com/office/officeart/2005/8/layout/hierarchy1"/>
    <dgm:cxn modelId="{56563D6F-6D2F-4428-8ED7-78C26CF33ABC}" type="presParOf" srcId="{2F71D7B0-7C62-407F-B9D6-FD808BDB9A78}" destId="{724AFF2F-A340-406C-BC31-9F068D7D7EB4}" srcOrd="0" destOrd="0" presId="urn:microsoft.com/office/officeart/2005/8/layout/hierarchy1"/>
    <dgm:cxn modelId="{2E9BDE51-D82C-4721-B4FA-1E3862D56D43}" type="presParOf" srcId="{2F71D7B0-7C62-407F-B9D6-FD808BDB9A78}" destId="{FF0E7BB6-77E1-4A26-AC33-FC5C15601883}" srcOrd="1" destOrd="0" presId="urn:microsoft.com/office/officeart/2005/8/layout/hierarchy1"/>
    <dgm:cxn modelId="{6861303C-0C20-426E-BD93-1ACA75FE7C79}" type="presParOf" srcId="{70E3EB06-4517-4D43-AF41-341F12CDC4CB}" destId="{E38A19E5-F98F-4605-95ED-54D8A4C6E5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066D89-A90C-462C-98CF-DD1D924E3FD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96D7D5-6BD3-4F36-AF12-2C8E7E110983}">
      <dgm:prSet/>
      <dgm:spPr/>
      <dgm:t>
        <a:bodyPr/>
        <a:lstStyle/>
        <a:p>
          <a:r>
            <a:rPr lang="en-US"/>
            <a:t>Manual rewriting: 20-30 min/brief</a:t>
          </a:r>
        </a:p>
      </dgm:t>
    </dgm:pt>
    <dgm:pt modelId="{315EBC4C-AD4B-4823-A1DE-C565045F72C7}" type="parTrans" cxnId="{99372633-82FA-471B-91ED-25FC94DDC9BD}">
      <dgm:prSet/>
      <dgm:spPr/>
      <dgm:t>
        <a:bodyPr/>
        <a:lstStyle/>
        <a:p>
          <a:endParaRPr lang="en-US"/>
        </a:p>
      </dgm:t>
    </dgm:pt>
    <dgm:pt modelId="{914E6020-169C-4428-A5C8-844B42E97EEC}" type="sibTrans" cxnId="{99372633-82FA-471B-91ED-25FC94DDC9BD}">
      <dgm:prSet/>
      <dgm:spPr/>
      <dgm:t>
        <a:bodyPr/>
        <a:lstStyle/>
        <a:p>
          <a:endParaRPr lang="en-US"/>
        </a:p>
      </dgm:t>
    </dgm:pt>
    <dgm:pt modelId="{50A0CF58-9DCA-4584-8972-C5DD1ADA759F}">
      <dgm:prSet/>
      <dgm:spPr/>
      <dgm:t>
        <a:bodyPr/>
        <a:lstStyle/>
        <a:p>
          <a:r>
            <a:rPr lang="en-US"/>
            <a:t>40-60 briefs/month </a:t>
          </a:r>
        </a:p>
      </dgm:t>
    </dgm:pt>
    <dgm:pt modelId="{07090F5D-0271-4E30-B180-DF6A4CFD24FA}" type="parTrans" cxnId="{8C480783-1E58-4449-A018-BBDBF72D8A88}">
      <dgm:prSet/>
      <dgm:spPr/>
      <dgm:t>
        <a:bodyPr/>
        <a:lstStyle/>
        <a:p>
          <a:endParaRPr lang="en-US"/>
        </a:p>
      </dgm:t>
    </dgm:pt>
    <dgm:pt modelId="{2FA74F16-6DBC-450D-9894-FC7C8D99D655}" type="sibTrans" cxnId="{8C480783-1E58-4449-A018-BBDBF72D8A88}">
      <dgm:prSet/>
      <dgm:spPr/>
      <dgm:t>
        <a:bodyPr/>
        <a:lstStyle/>
        <a:p>
          <a:endParaRPr lang="en-US"/>
        </a:p>
      </dgm:t>
    </dgm:pt>
    <dgm:pt modelId="{6AB84CB7-D9DB-4106-B00A-C1471749E062}">
      <dgm:prSet/>
      <dgm:spPr/>
      <dgm:t>
        <a:bodyPr/>
        <a:lstStyle/>
        <a:p>
          <a:r>
            <a:rPr lang="en-US"/>
            <a:t>4-6 hours delay</a:t>
          </a:r>
        </a:p>
      </dgm:t>
    </dgm:pt>
    <dgm:pt modelId="{50F274FD-E7DE-4749-BED4-3F5100F2BCF2}" type="parTrans" cxnId="{98CD8A5A-81DC-4468-8F08-B40B1BF06F00}">
      <dgm:prSet/>
      <dgm:spPr/>
      <dgm:t>
        <a:bodyPr/>
        <a:lstStyle/>
        <a:p>
          <a:endParaRPr lang="en-US"/>
        </a:p>
      </dgm:t>
    </dgm:pt>
    <dgm:pt modelId="{F273A54F-6C91-4719-BDFC-A2C5F451AE95}" type="sibTrans" cxnId="{98CD8A5A-81DC-4468-8F08-B40B1BF06F00}">
      <dgm:prSet/>
      <dgm:spPr/>
      <dgm:t>
        <a:bodyPr/>
        <a:lstStyle/>
        <a:p>
          <a:endParaRPr lang="en-US"/>
        </a:p>
      </dgm:t>
    </dgm:pt>
    <dgm:pt modelId="{BFE8A9FC-5F9D-4F49-8155-05F09EE8DD64}">
      <dgm:prSet/>
      <dgm:spPr/>
      <dgm:t>
        <a:bodyPr/>
        <a:lstStyle/>
        <a:p>
          <a:r>
            <a:rPr lang="en-US"/>
            <a:t>Inconsistent interpretation</a:t>
          </a:r>
        </a:p>
      </dgm:t>
    </dgm:pt>
    <dgm:pt modelId="{D7CAC2AF-3F4E-44A4-824F-E1ABB6F51D42}" type="parTrans" cxnId="{41B7E59E-D00C-4310-AD87-BC76C3F37D67}">
      <dgm:prSet/>
      <dgm:spPr/>
      <dgm:t>
        <a:bodyPr/>
        <a:lstStyle/>
        <a:p>
          <a:endParaRPr lang="en-US"/>
        </a:p>
      </dgm:t>
    </dgm:pt>
    <dgm:pt modelId="{C0CEFFB3-AC53-4660-B67F-0D099C21672D}" type="sibTrans" cxnId="{41B7E59E-D00C-4310-AD87-BC76C3F37D67}">
      <dgm:prSet/>
      <dgm:spPr/>
      <dgm:t>
        <a:bodyPr/>
        <a:lstStyle/>
        <a:p>
          <a:endParaRPr lang="en-US"/>
        </a:p>
      </dgm:t>
    </dgm:pt>
    <dgm:pt modelId="{EE4B3116-BB6D-46E8-92A0-B471A3B2B4EA}" type="pres">
      <dgm:prSet presAssocID="{8B066D89-A90C-462C-98CF-DD1D924E3FD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F27DCE-2CAB-4C89-9978-BF2E981AB14F}" type="pres">
      <dgm:prSet presAssocID="{ED96D7D5-6BD3-4F36-AF12-2C8E7E110983}" presName="hierRoot1" presStyleCnt="0"/>
      <dgm:spPr/>
    </dgm:pt>
    <dgm:pt modelId="{81ABA073-47C0-4F9E-9447-D881ACDEF579}" type="pres">
      <dgm:prSet presAssocID="{ED96D7D5-6BD3-4F36-AF12-2C8E7E110983}" presName="composite" presStyleCnt="0"/>
      <dgm:spPr/>
    </dgm:pt>
    <dgm:pt modelId="{F90F8A72-D0EE-4C04-84ED-55C25EF03C9E}" type="pres">
      <dgm:prSet presAssocID="{ED96D7D5-6BD3-4F36-AF12-2C8E7E110983}" presName="background" presStyleLbl="node0" presStyleIdx="0" presStyleCnt="4"/>
      <dgm:spPr/>
    </dgm:pt>
    <dgm:pt modelId="{851B0194-9F26-4EE4-911A-D595B203BC4C}" type="pres">
      <dgm:prSet presAssocID="{ED96D7D5-6BD3-4F36-AF12-2C8E7E110983}" presName="text" presStyleLbl="fgAcc0" presStyleIdx="0" presStyleCnt="4">
        <dgm:presLayoutVars>
          <dgm:chPref val="3"/>
        </dgm:presLayoutVars>
      </dgm:prSet>
      <dgm:spPr/>
    </dgm:pt>
    <dgm:pt modelId="{2EF76556-E607-430E-9B64-6DB858B26F1E}" type="pres">
      <dgm:prSet presAssocID="{ED96D7D5-6BD3-4F36-AF12-2C8E7E110983}" presName="hierChild2" presStyleCnt="0"/>
      <dgm:spPr/>
    </dgm:pt>
    <dgm:pt modelId="{AF71D4B8-F011-4F3F-9F5D-0F14B8D30393}" type="pres">
      <dgm:prSet presAssocID="{50A0CF58-9DCA-4584-8972-C5DD1ADA759F}" presName="hierRoot1" presStyleCnt="0"/>
      <dgm:spPr/>
    </dgm:pt>
    <dgm:pt modelId="{520D1630-B714-4B1E-8004-E2D459CD6109}" type="pres">
      <dgm:prSet presAssocID="{50A0CF58-9DCA-4584-8972-C5DD1ADA759F}" presName="composite" presStyleCnt="0"/>
      <dgm:spPr/>
    </dgm:pt>
    <dgm:pt modelId="{2DCC81A8-82A2-4A10-A4E8-1C4DB5378EAF}" type="pres">
      <dgm:prSet presAssocID="{50A0CF58-9DCA-4584-8972-C5DD1ADA759F}" presName="background" presStyleLbl="node0" presStyleIdx="1" presStyleCnt="4"/>
      <dgm:spPr/>
    </dgm:pt>
    <dgm:pt modelId="{34373008-80D3-41EA-A78B-65217D659C99}" type="pres">
      <dgm:prSet presAssocID="{50A0CF58-9DCA-4584-8972-C5DD1ADA759F}" presName="text" presStyleLbl="fgAcc0" presStyleIdx="1" presStyleCnt="4">
        <dgm:presLayoutVars>
          <dgm:chPref val="3"/>
        </dgm:presLayoutVars>
      </dgm:prSet>
      <dgm:spPr/>
    </dgm:pt>
    <dgm:pt modelId="{3E00954B-D1A1-46DF-8D5A-0261655A0515}" type="pres">
      <dgm:prSet presAssocID="{50A0CF58-9DCA-4584-8972-C5DD1ADA759F}" presName="hierChild2" presStyleCnt="0"/>
      <dgm:spPr/>
    </dgm:pt>
    <dgm:pt modelId="{267068E3-CFD0-4451-A50D-5FE84F084F4C}" type="pres">
      <dgm:prSet presAssocID="{6AB84CB7-D9DB-4106-B00A-C1471749E062}" presName="hierRoot1" presStyleCnt="0"/>
      <dgm:spPr/>
    </dgm:pt>
    <dgm:pt modelId="{F24E0924-6301-4EE8-A598-BEE2646CD86E}" type="pres">
      <dgm:prSet presAssocID="{6AB84CB7-D9DB-4106-B00A-C1471749E062}" presName="composite" presStyleCnt="0"/>
      <dgm:spPr/>
    </dgm:pt>
    <dgm:pt modelId="{42B8AE1D-493E-4273-B2E7-1D9908F27FB8}" type="pres">
      <dgm:prSet presAssocID="{6AB84CB7-D9DB-4106-B00A-C1471749E062}" presName="background" presStyleLbl="node0" presStyleIdx="2" presStyleCnt="4"/>
      <dgm:spPr/>
    </dgm:pt>
    <dgm:pt modelId="{B1B0FE3C-62E1-421B-A0A9-F9BF98F34437}" type="pres">
      <dgm:prSet presAssocID="{6AB84CB7-D9DB-4106-B00A-C1471749E062}" presName="text" presStyleLbl="fgAcc0" presStyleIdx="2" presStyleCnt="4">
        <dgm:presLayoutVars>
          <dgm:chPref val="3"/>
        </dgm:presLayoutVars>
      </dgm:prSet>
      <dgm:spPr/>
    </dgm:pt>
    <dgm:pt modelId="{789E9EB7-A16A-48A7-81CB-82BCE5A925ED}" type="pres">
      <dgm:prSet presAssocID="{6AB84CB7-D9DB-4106-B00A-C1471749E062}" presName="hierChild2" presStyleCnt="0"/>
      <dgm:spPr/>
    </dgm:pt>
    <dgm:pt modelId="{E9AD373B-31B0-4CFD-A048-D3C82C37E0AE}" type="pres">
      <dgm:prSet presAssocID="{BFE8A9FC-5F9D-4F49-8155-05F09EE8DD64}" presName="hierRoot1" presStyleCnt="0"/>
      <dgm:spPr/>
    </dgm:pt>
    <dgm:pt modelId="{9266C86A-4B37-48B2-AE79-CF66790F1939}" type="pres">
      <dgm:prSet presAssocID="{BFE8A9FC-5F9D-4F49-8155-05F09EE8DD64}" presName="composite" presStyleCnt="0"/>
      <dgm:spPr/>
    </dgm:pt>
    <dgm:pt modelId="{664E9C68-E4E9-457C-99A7-1C21710E65E4}" type="pres">
      <dgm:prSet presAssocID="{BFE8A9FC-5F9D-4F49-8155-05F09EE8DD64}" presName="background" presStyleLbl="node0" presStyleIdx="3" presStyleCnt="4"/>
      <dgm:spPr/>
    </dgm:pt>
    <dgm:pt modelId="{771BE591-92B1-448A-9ED0-63603F52E449}" type="pres">
      <dgm:prSet presAssocID="{BFE8A9FC-5F9D-4F49-8155-05F09EE8DD64}" presName="text" presStyleLbl="fgAcc0" presStyleIdx="3" presStyleCnt="4">
        <dgm:presLayoutVars>
          <dgm:chPref val="3"/>
        </dgm:presLayoutVars>
      </dgm:prSet>
      <dgm:spPr/>
    </dgm:pt>
    <dgm:pt modelId="{C5E0FECD-7CCD-45C1-AD0A-8F184ACEDE78}" type="pres">
      <dgm:prSet presAssocID="{BFE8A9FC-5F9D-4F49-8155-05F09EE8DD64}" presName="hierChild2" presStyleCnt="0"/>
      <dgm:spPr/>
    </dgm:pt>
  </dgm:ptLst>
  <dgm:cxnLst>
    <dgm:cxn modelId="{657C9322-9C2C-4BE0-BC70-025EFD6AE907}" type="presOf" srcId="{BFE8A9FC-5F9D-4F49-8155-05F09EE8DD64}" destId="{771BE591-92B1-448A-9ED0-63603F52E449}" srcOrd="0" destOrd="0" presId="urn:microsoft.com/office/officeart/2005/8/layout/hierarchy1"/>
    <dgm:cxn modelId="{99372633-82FA-471B-91ED-25FC94DDC9BD}" srcId="{8B066D89-A90C-462C-98CF-DD1D924E3FDF}" destId="{ED96D7D5-6BD3-4F36-AF12-2C8E7E110983}" srcOrd="0" destOrd="0" parTransId="{315EBC4C-AD4B-4823-A1DE-C565045F72C7}" sibTransId="{914E6020-169C-4428-A5C8-844B42E97EEC}"/>
    <dgm:cxn modelId="{1D0B6B77-F3AB-48EF-BCD4-0009DB57E642}" type="presOf" srcId="{ED96D7D5-6BD3-4F36-AF12-2C8E7E110983}" destId="{851B0194-9F26-4EE4-911A-D595B203BC4C}" srcOrd="0" destOrd="0" presId="urn:microsoft.com/office/officeart/2005/8/layout/hierarchy1"/>
    <dgm:cxn modelId="{98CD8A5A-81DC-4468-8F08-B40B1BF06F00}" srcId="{8B066D89-A90C-462C-98CF-DD1D924E3FDF}" destId="{6AB84CB7-D9DB-4106-B00A-C1471749E062}" srcOrd="2" destOrd="0" parTransId="{50F274FD-E7DE-4749-BED4-3F5100F2BCF2}" sibTransId="{F273A54F-6C91-4719-BDFC-A2C5F451AE95}"/>
    <dgm:cxn modelId="{5AD5147F-CAE6-4A0D-9397-D655270242FC}" type="presOf" srcId="{8B066D89-A90C-462C-98CF-DD1D924E3FDF}" destId="{EE4B3116-BB6D-46E8-92A0-B471A3B2B4EA}" srcOrd="0" destOrd="0" presId="urn:microsoft.com/office/officeart/2005/8/layout/hierarchy1"/>
    <dgm:cxn modelId="{C7B25981-07DA-4798-B4A3-966C866D87CB}" type="presOf" srcId="{50A0CF58-9DCA-4584-8972-C5DD1ADA759F}" destId="{34373008-80D3-41EA-A78B-65217D659C99}" srcOrd="0" destOrd="0" presId="urn:microsoft.com/office/officeart/2005/8/layout/hierarchy1"/>
    <dgm:cxn modelId="{8C480783-1E58-4449-A018-BBDBF72D8A88}" srcId="{8B066D89-A90C-462C-98CF-DD1D924E3FDF}" destId="{50A0CF58-9DCA-4584-8972-C5DD1ADA759F}" srcOrd="1" destOrd="0" parTransId="{07090F5D-0271-4E30-B180-DF6A4CFD24FA}" sibTransId="{2FA74F16-6DBC-450D-9894-FC7C8D99D655}"/>
    <dgm:cxn modelId="{41B7E59E-D00C-4310-AD87-BC76C3F37D67}" srcId="{8B066D89-A90C-462C-98CF-DD1D924E3FDF}" destId="{BFE8A9FC-5F9D-4F49-8155-05F09EE8DD64}" srcOrd="3" destOrd="0" parTransId="{D7CAC2AF-3F4E-44A4-824F-E1ABB6F51D42}" sibTransId="{C0CEFFB3-AC53-4660-B67F-0D099C21672D}"/>
    <dgm:cxn modelId="{6108F3B0-ABE3-4A8B-8500-D3A51CEBFAE5}" type="presOf" srcId="{6AB84CB7-D9DB-4106-B00A-C1471749E062}" destId="{B1B0FE3C-62E1-421B-A0A9-F9BF98F34437}" srcOrd="0" destOrd="0" presId="urn:microsoft.com/office/officeart/2005/8/layout/hierarchy1"/>
    <dgm:cxn modelId="{A3FD5233-7CFD-423A-969E-5CFD65CD6698}" type="presParOf" srcId="{EE4B3116-BB6D-46E8-92A0-B471A3B2B4EA}" destId="{89F27DCE-2CAB-4C89-9978-BF2E981AB14F}" srcOrd="0" destOrd="0" presId="urn:microsoft.com/office/officeart/2005/8/layout/hierarchy1"/>
    <dgm:cxn modelId="{4C65A72F-7307-443E-A9C6-34DCC3DA5BAF}" type="presParOf" srcId="{89F27DCE-2CAB-4C89-9978-BF2E981AB14F}" destId="{81ABA073-47C0-4F9E-9447-D881ACDEF579}" srcOrd="0" destOrd="0" presId="urn:microsoft.com/office/officeart/2005/8/layout/hierarchy1"/>
    <dgm:cxn modelId="{121186ED-8537-455B-B5B2-410F614D943C}" type="presParOf" srcId="{81ABA073-47C0-4F9E-9447-D881ACDEF579}" destId="{F90F8A72-D0EE-4C04-84ED-55C25EF03C9E}" srcOrd="0" destOrd="0" presId="urn:microsoft.com/office/officeart/2005/8/layout/hierarchy1"/>
    <dgm:cxn modelId="{8A4B427E-AFA6-4D27-A7BD-A664C5A0BF3D}" type="presParOf" srcId="{81ABA073-47C0-4F9E-9447-D881ACDEF579}" destId="{851B0194-9F26-4EE4-911A-D595B203BC4C}" srcOrd="1" destOrd="0" presId="urn:microsoft.com/office/officeart/2005/8/layout/hierarchy1"/>
    <dgm:cxn modelId="{295A3D74-6B61-43AB-A64D-291131D0C4F6}" type="presParOf" srcId="{89F27DCE-2CAB-4C89-9978-BF2E981AB14F}" destId="{2EF76556-E607-430E-9B64-6DB858B26F1E}" srcOrd="1" destOrd="0" presId="urn:microsoft.com/office/officeart/2005/8/layout/hierarchy1"/>
    <dgm:cxn modelId="{311F559E-9A64-46D6-BAC1-49F8A7E50A3C}" type="presParOf" srcId="{EE4B3116-BB6D-46E8-92A0-B471A3B2B4EA}" destId="{AF71D4B8-F011-4F3F-9F5D-0F14B8D30393}" srcOrd="1" destOrd="0" presId="urn:microsoft.com/office/officeart/2005/8/layout/hierarchy1"/>
    <dgm:cxn modelId="{5BAE2ED8-01A1-4248-8794-551DF53D5DDE}" type="presParOf" srcId="{AF71D4B8-F011-4F3F-9F5D-0F14B8D30393}" destId="{520D1630-B714-4B1E-8004-E2D459CD6109}" srcOrd="0" destOrd="0" presId="urn:microsoft.com/office/officeart/2005/8/layout/hierarchy1"/>
    <dgm:cxn modelId="{B5D380A6-AAE7-4026-B2B5-24D44D04D5A2}" type="presParOf" srcId="{520D1630-B714-4B1E-8004-E2D459CD6109}" destId="{2DCC81A8-82A2-4A10-A4E8-1C4DB5378EAF}" srcOrd="0" destOrd="0" presId="urn:microsoft.com/office/officeart/2005/8/layout/hierarchy1"/>
    <dgm:cxn modelId="{39529BAE-B6A7-4D91-8B9D-3EAE115F2D86}" type="presParOf" srcId="{520D1630-B714-4B1E-8004-E2D459CD6109}" destId="{34373008-80D3-41EA-A78B-65217D659C99}" srcOrd="1" destOrd="0" presId="urn:microsoft.com/office/officeart/2005/8/layout/hierarchy1"/>
    <dgm:cxn modelId="{A4BE374B-5495-4D0C-A733-81428F3CB08A}" type="presParOf" srcId="{AF71D4B8-F011-4F3F-9F5D-0F14B8D30393}" destId="{3E00954B-D1A1-46DF-8D5A-0261655A0515}" srcOrd="1" destOrd="0" presId="urn:microsoft.com/office/officeart/2005/8/layout/hierarchy1"/>
    <dgm:cxn modelId="{C31949D3-3F1D-4F00-BE45-E48187F15401}" type="presParOf" srcId="{EE4B3116-BB6D-46E8-92A0-B471A3B2B4EA}" destId="{267068E3-CFD0-4451-A50D-5FE84F084F4C}" srcOrd="2" destOrd="0" presId="urn:microsoft.com/office/officeart/2005/8/layout/hierarchy1"/>
    <dgm:cxn modelId="{371D5041-5377-4B91-8F6C-AFAC11FD2199}" type="presParOf" srcId="{267068E3-CFD0-4451-A50D-5FE84F084F4C}" destId="{F24E0924-6301-4EE8-A598-BEE2646CD86E}" srcOrd="0" destOrd="0" presId="urn:microsoft.com/office/officeart/2005/8/layout/hierarchy1"/>
    <dgm:cxn modelId="{66125FCF-7309-48C4-BECF-92DEA04FF04C}" type="presParOf" srcId="{F24E0924-6301-4EE8-A598-BEE2646CD86E}" destId="{42B8AE1D-493E-4273-B2E7-1D9908F27FB8}" srcOrd="0" destOrd="0" presId="urn:microsoft.com/office/officeart/2005/8/layout/hierarchy1"/>
    <dgm:cxn modelId="{A9EAACB5-B035-4B14-BF36-DE02AA7035FE}" type="presParOf" srcId="{F24E0924-6301-4EE8-A598-BEE2646CD86E}" destId="{B1B0FE3C-62E1-421B-A0A9-F9BF98F34437}" srcOrd="1" destOrd="0" presId="urn:microsoft.com/office/officeart/2005/8/layout/hierarchy1"/>
    <dgm:cxn modelId="{5F94A561-6A02-4FC8-AE1A-DFB4511E91F6}" type="presParOf" srcId="{267068E3-CFD0-4451-A50D-5FE84F084F4C}" destId="{789E9EB7-A16A-48A7-81CB-82BCE5A925ED}" srcOrd="1" destOrd="0" presId="urn:microsoft.com/office/officeart/2005/8/layout/hierarchy1"/>
    <dgm:cxn modelId="{2BCF3A8F-D01F-4418-B36C-DCFF2A54E6AD}" type="presParOf" srcId="{EE4B3116-BB6D-46E8-92A0-B471A3B2B4EA}" destId="{E9AD373B-31B0-4CFD-A048-D3C82C37E0AE}" srcOrd="3" destOrd="0" presId="urn:microsoft.com/office/officeart/2005/8/layout/hierarchy1"/>
    <dgm:cxn modelId="{3BAE7AFB-554A-4062-A2BF-858561AC322A}" type="presParOf" srcId="{E9AD373B-31B0-4CFD-A048-D3C82C37E0AE}" destId="{9266C86A-4B37-48B2-AE79-CF66790F1939}" srcOrd="0" destOrd="0" presId="urn:microsoft.com/office/officeart/2005/8/layout/hierarchy1"/>
    <dgm:cxn modelId="{87F1AFF9-FB2F-4267-97D2-3C3AD34FE28B}" type="presParOf" srcId="{9266C86A-4B37-48B2-AE79-CF66790F1939}" destId="{664E9C68-E4E9-457C-99A7-1C21710E65E4}" srcOrd="0" destOrd="0" presId="urn:microsoft.com/office/officeart/2005/8/layout/hierarchy1"/>
    <dgm:cxn modelId="{ACBD7F3B-62DB-49B9-9A9C-34B5243DFD6B}" type="presParOf" srcId="{9266C86A-4B37-48B2-AE79-CF66790F1939}" destId="{771BE591-92B1-448A-9ED0-63603F52E449}" srcOrd="1" destOrd="0" presId="urn:microsoft.com/office/officeart/2005/8/layout/hierarchy1"/>
    <dgm:cxn modelId="{52238077-D905-48DD-8938-28B5433629A2}" type="presParOf" srcId="{E9AD373B-31B0-4CFD-A048-D3C82C37E0AE}" destId="{C5E0FECD-7CCD-45C1-AD0A-8F184ACEDE7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C2C1F3-65A4-42C1-9FBA-65ABB4FEAD84}" type="doc">
      <dgm:prSet loTypeId="urn:microsoft.com/office/officeart/2018/2/layout/IconCircle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F3905FB-8F65-4643-B146-6F1CA7B8C7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end to end pipeline</a:t>
          </a:r>
        </a:p>
      </dgm:t>
    </dgm:pt>
    <dgm:pt modelId="{0966F060-65B2-4822-BCDB-4B618DE90E17}" type="parTrans" cxnId="{EE6F506B-3C78-453F-9290-750B5A111EF0}">
      <dgm:prSet/>
      <dgm:spPr/>
      <dgm:t>
        <a:bodyPr/>
        <a:lstStyle/>
        <a:p>
          <a:endParaRPr lang="en-US"/>
        </a:p>
      </dgm:t>
    </dgm:pt>
    <dgm:pt modelId="{B9B58084-6D96-44B0-8C4E-36606ADEFEA2}" type="sibTrans" cxnId="{EE6F506B-3C78-453F-9290-750B5A111EF0}">
      <dgm:prSet phldrT="0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649DD7-AD3B-4B2D-B222-73C329D64D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delay to seconds</a:t>
          </a:r>
        </a:p>
      </dgm:t>
    </dgm:pt>
    <dgm:pt modelId="{C3097449-7F6C-4F48-9BC4-1BBCD86F20F8}" type="parTrans" cxnId="{308C96CA-FC3E-4B9D-BE3B-F2133B16C4ED}">
      <dgm:prSet/>
      <dgm:spPr/>
      <dgm:t>
        <a:bodyPr/>
        <a:lstStyle/>
        <a:p>
          <a:endParaRPr lang="en-US"/>
        </a:p>
      </dgm:t>
    </dgm:pt>
    <dgm:pt modelId="{29A6F183-D4E6-4517-B95C-4361022E8173}" type="sibTrans" cxnId="{308C96CA-FC3E-4B9D-BE3B-F2133B16C4ED}">
      <dgm:prSet phldrT="0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6D3155-93C3-4253-8749-B51CDB7DF1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 consistency</a:t>
          </a:r>
        </a:p>
      </dgm:t>
    </dgm:pt>
    <dgm:pt modelId="{9A052371-3695-477C-97CA-F8864536D53B}" type="parTrans" cxnId="{495D200C-8A63-4062-A061-B7BF0BDC30C4}">
      <dgm:prSet/>
      <dgm:spPr/>
      <dgm:t>
        <a:bodyPr/>
        <a:lstStyle/>
        <a:p>
          <a:endParaRPr lang="en-US"/>
        </a:p>
      </dgm:t>
    </dgm:pt>
    <dgm:pt modelId="{C6F3EE69-B89D-49F6-AD72-B9C57032AC09}" type="sibTrans" cxnId="{495D200C-8A63-4062-A061-B7BF0BDC30C4}">
      <dgm:prSet phldrT="0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245A60-367D-44BC-B976-482138E825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 ready to use briefs </a:t>
          </a:r>
        </a:p>
      </dgm:t>
    </dgm:pt>
    <dgm:pt modelId="{F6A80694-BF4C-4387-9769-9DFD148C7A7F}" type="parTrans" cxnId="{5CF59641-8650-4D0B-B646-15640C5A6BF5}">
      <dgm:prSet/>
      <dgm:spPr/>
      <dgm:t>
        <a:bodyPr/>
        <a:lstStyle/>
        <a:p>
          <a:endParaRPr lang="en-US"/>
        </a:p>
      </dgm:t>
    </dgm:pt>
    <dgm:pt modelId="{E0401FFB-1B9B-4DAA-84CA-1B90DF49741E}" type="sibTrans" cxnId="{5CF59641-8650-4D0B-B646-15640C5A6BF5}">
      <dgm:prSet phldrT="04" phldr="0"/>
      <dgm:spPr/>
      <dgm:t>
        <a:bodyPr/>
        <a:lstStyle/>
        <a:p>
          <a:endParaRPr lang="en-US"/>
        </a:p>
      </dgm:t>
    </dgm:pt>
    <dgm:pt modelId="{D6EEAA5F-CEEB-4E64-9828-AAFDA19EA714}" type="pres">
      <dgm:prSet presAssocID="{DFC2C1F3-65A4-42C1-9FBA-65ABB4FEAD84}" presName="root" presStyleCnt="0">
        <dgm:presLayoutVars>
          <dgm:dir/>
          <dgm:resizeHandles val="exact"/>
        </dgm:presLayoutVars>
      </dgm:prSet>
      <dgm:spPr/>
    </dgm:pt>
    <dgm:pt modelId="{5D7D5163-42C2-44B7-B17C-1A87D5F37CD8}" type="pres">
      <dgm:prSet presAssocID="{DFC2C1F3-65A4-42C1-9FBA-65ABB4FEAD84}" presName="container" presStyleCnt="0">
        <dgm:presLayoutVars>
          <dgm:dir/>
          <dgm:resizeHandles val="exact"/>
        </dgm:presLayoutVars>
      </dgm:prSet>
      <dgm:spPr/>
    </dgm:pt>
    <dgm:pt modelId="{1B9C2FBF-F38A-4F99-B19D-6A4473271801}" type="pres">
      <dgm:prSet presAssocID="{AF3905FB-8F65-4643-B146-6F1CA7B8C73A}" presName="compNode" presStyleCnt="0"/>
      <dgm:spPr/>
    </dgm:pt>
    <dgm:pt modelId="{646BFA6A-4E43-4496-A9B6-281981623040}" type="pres">
      <dgm:prSet presAssocID="{AF3905FB-8F65-4643-B146-6F1CA7B8C73A}" presName="iconBgRect" presStyleLbl="bgShp" presStyleIdx="0" presStyleCnt="4"/>
      <dgm:spPr/>
    </dgm:pt>
    <dgm:pt modelId="{7B415B6C-1D0B-418D-BF3F-FA2D1E1B401B}" type="pres">
      <dgm:prSet presAssocID="{AF3905FB-8F65-4643-B146-6F1CA7B8C73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6A72B0A-0ED0-4516-9CCC-B22638B91118}" type="pres">
      <dgm:prSet presAssocID="{AF3905FB-8F65-4643-B146-6F1CA7B8C73A}" presName="spaceRect" presStyleCnt="0"/>
      <dgm:spPr/>
    </dgm:pt>
    <dgm:pt modelId="{C8C6F992-B450-4FF2-AD8F-1A6597AA5D1A}" type="pres">
      <dgm:prSet presAssocID="{AF3905FB-8F65-4643-B146-6F1CA7B8C73A}" presName="textRect" presStyleLbl="revTx" presStyleIdx="0" presStyleCnt="4">
        <dgm:presLayoutVars>
          <dgm:chMax val="1"/>
          <dgm:chPref val="1"/>
        </dgm:presLayoutVars>
      </dgm:prSet>
      <dgm:spPr/>
    </dgm:pt>
    <dgm:pt modelId="{412ED23B-6DE8-48E4-B0D8-F6FB699D85F6}" type="pres">
      <dgm:prSet presAssocID="{B9B58084-6D96-44B0-8C4E-36606ADEFEA2}" presName="sibTrans" presStyleLbl="sibTrans2D1" presStyleIdx="0" presStyleCnt="0"/>
      <dgm:spPr/>
    </dgm:pt>
    <dgm:pt modelId="{01168D2C-2856-4A63-8FB1-18720B134013}" type="pres">
      <dgm:prSet presAssocID="{75649DD7-AD3B-4B2D-B222-73C329D64D1F}" presName="compNode" presStyleCnt="0"/>
      <dgm:spPr/>
    </dgm:pt>
    <dgm:pt modelId="{27D2D4AF-A781-432F-9835-163C7CD94DD7}" type="pres">
      <dgm:prSet presAssocID="{75649DD7-AD3B-4B2D-B222-73C329D64D1F}" presName="iconBgRect" presStyleLbl="bgShp" presStyleIdx="1" presStyleCnt="4"/>
      <dgm:spPr/>
    </dgm:pt>
    <dgm:pt modelId="{BB0B6D59-E188-4987-A8AC-CBD262B58B4F}" type="pres">
      <dgm:prSet presAssocID="{75649DD7-AD3B-4B2D-B222-73C329D64D1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1F789A6-E14A-4483-A343-53C29D6CA111}" type="pres">
      <dgm:prSet presAssocID="{75649DD7-AD3B-4B2D-B222-73C329D64D1F}" presName="spaceRect" presStyleCnt="0"/>
      <dgm:spPr/>
    </dgm:pt>
    <dgm:pt modelId="{A480CB17-0EE7-401D-BA60-FB46C00FF54A}" type="pres">
      <dgm:prSet presAssocID="{75649DD7-AD3B-4B2D-B222-73C329D64D1F}" presName="textRect" presStyleLbl="revTx" presStyleIdx="1" presStyleCnt="4">
        <dgm:presLayoutVars>
          <dgm:chMax val="1"/>
          <dgm:chPref val="1"/>
        </dgm:presLayoutVars>
      </dgm:prSet>
      <dgm:spPr/>
    </dgm:pt>
    <dgm:pt modelId="{66696530-FD55-441E-9BD5-723219910BE2}" type="pres">
      <dgm:prSet presAssocID="{29A6F183-D4E6-4517-B95C-4361022E8173}" presName="sibTrans" presStyleLbl="sibTrans2D1" presStyleIdx="0" presStyleCnt="0"/>
      <dgm:spPr/>
    </dgm:pt>
    <dgm:pt modelId="{94A08424-B74E-4999-B12F-FFC415A18115}" type="pres">
      <dgm:prSet presAssocID="{A56D3155-93C3-4253-8749-B51CDB7DF112}" presName="compNode" presStyleCnt="0"/>
      <dgm:spPr/>
    </dgm:pt>
    <dgm:pt modelId="{8B5A6750-EFD7-4D40-AC70-8C1F0CCAF35D}" type="pres">
      <dgm:prSet presAssocID="{A56D3155-93C3-4253-8749-B51CDB7DF112}" presName="iconBgRect" presStyleLbl="bgShp" presStyleIdx="2" presStyleCnt="4"/>
      <dgm:spPr/>
    </dgm:pt>
    <dgm:pt modelId="{143ABE82-947D-4E93-85D4-512675FD0DC5}" type="pres">
      <dgm:prSet presAssocID="{A56D3155-93C3-4253-8749-B51CDB7DF11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DB2AAFD-2348-4FDB-8F15-528C3E6F1008}" type="pres">
      <dgm:prSet presAssocID="{A56D3155-93C3-4253-8749-B51CDB7DF112}" presName="spaceRect" presStyleCnt="0"/>
      <dgm:spPr/>
    </dgm:pt>
    <dgm:pt modelId="{67EC2AA6-BBF7-4764-8B98-B36067EB4744}" type="pres">
      <dgm:prSet presAssocID="{A56D3155-93C3-4253-8749-B51CDB7DF112}" presName="textRect" presStyleLbl="revTx" presStyleIdx="2" presStyleCnt="4">
        <dgm:presLayoutVars>
          <dgm:chMax val="1"/>
          <dgm:chPref val="1"/>
        </dgm:presLayoutVars>
      </dgm:prSet>
      <dgm:spPr/>
    </dgm:pt>
    <dgm:pt modelId="{B974CBA9-F502-4B2A-B398-2E8A300AB8C8}" type="pres">
      <dgm:prSet presAssocID="{C6F3EE69-B89D-49F6-AD72-B9C57032AC09}" presName="sibTrans" presStyleLbl="sibTrans2D1" presStyleIdx="0" presStyleCnt="0"/>
      <dgm:spPr/>
    </dgm:pt>
    <dgm:pt modelId="{ECAC5567-0E0E-4CEA-9994-F07C45C0A7CF}" type="pres">
      <dgm:prSet presAssocID="{E1245A60-367D-44BC-B976-482138E8251E}" presName="compNode" presStyleCnt="0"/>
      <dgm:spPr/>
    </dgm:pt>
    <dgm:pt modelId="{2546AFE2-7FEF-44AC-A827-DF109157A9AE}" type="pres">
      <dgm:prSet presAssocID="{E1245A60-367D-44BC-B976-482138E8251E}" presName="iconBgRect" presStyleLbl="bgShp" presStyleIdx="3" presStyleCnt="4"/>
      <dgm:spPr/>
    </dgm:pt>
    <dgm:pt modelId="{03A19C05-C5BE-4DC7-AC80-916E7216E8AB}" type="pres">
      <dgm:prSet presAssocID="{E1245A60-367D-44BC-B976-482138E8251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A547F0B-E838-4C49-97CB-779A401F37C0}" type="pres">
      <dgm:prSet presAssocID="{E1245A60-367D-44BC-B976-482138E8251E}" presName="spaceRect" presStyleCnt="0"/>
      <dgm:spPr/>
    </dgm:pt>
    <dgm:pt modelId="{70351894-E27C-4973-B568-5C8C2B68ADE8}" type="pres">
      <dgm:prSet presAssocID="{E1245A60-367D-44BC-B976-482138E8251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95D200C-8A63-4062-A061-B7BF0BDC30C4}" srcId="{DFC2C1F3-65A4-42C1-9FBA-65ABB4FEAD84}" destId="{A56D3155-93C3-4253-8749-B51CDB7DF112}" srcOrd="2" destOrd="0" parTransId="{9A052371-3695-477C-97CA-F8864536D53B}" sibTransId="{C6F3EE69-B89D-49F6-AD72-B9C57032AC09}"/>
    <dgm:cxn modelId="{4006511F-D7BD-4A7B-9614-BB58369578EB}" type="presOf" srcId="{DFC2C1F3-65A4-42C1-9FBA-65ABB4FEAD84}" destId="{D6EEAA5F-CEEB-4E64-9828-AAFDA19EA714}" srcOrd="0" destOrd="0" presId="urn:microsoft.com/office/officeart/2018/2/layout/IconCircleList"/>
    <dgm:cxn modelId="{5CF59641-8650-4D0B-B646-15640C5A6BF5}" srcId="{DFC2C1F3-65A4-42C1-9FBA-65ABB4FEAD84}" destId="{E1245A60-367D-44BC-B976-482138E8251E}" srcOrd="3" destOrd="0" parTransId="{F6A80694-BF4C-4387-9769-9DFD148C7A7F}" sibTransId="{E0401FFB-1B9B-4DAA-84CA-1B90DF49741E}"/>
    <dgm:cxn modelId="{EE6F506B-3C78-453F-9290-750B5A111EF0}" srcId="{DFC2C1F3-65A4-42C1-9FBA-65ABB4FEAD84}" destId="{AF3905FB-8F65-4643-B146-6F1CA7B8C73A}" srcOrd="0" destOrd="0" parTransId="{0966F060-65B2-4822-BCDB-4B618DE90E17}" sibTransId="{B9B58084-6D96-44B0-8C4E-36606ADEFEA2}"/>
    <dgm:cxn modelId="{7C0ECC77-6F51-4841-B077-31A1E0BC5C5F}" type="presOf" srcId="{29A6F183-D4E6-4517-B95C-4361022E8173}" destId="{66696530-FD55-441E-9BD5-723219910BE2}" srcOrd="0" destOrd="0" presId="urn:microsoft.com/office/officeart/2018/2/layout/IconCircleList"/>
    <dgm:cxn modelId="{33E4058D-A9CC-4D6E-8871-A920CC9F239A}" type="presOf" srcId="{A56D3155-93C3-4253-8749-B51CDB7DF112}" destId="{67EC2AA6-BBF7-4764-8B98-B36067EB4744}" srcOrd="0" destOrd="0" presId="urn:microsoft.com/office/officeart/2018/2/layout/IconCircleList"/>
    <dgm:cxn modelId="{82A54991-85F8-4A07-ABF0-8AC216D85D8C}" type="presOf" srcId="{75649DD7-AD3B-4B2D-B222-73C329D64D1F}" destId="{A480CB17-0EE7-401D-BA60-FB46C00FF54A}" srcOrd="0" destOrd="0" presId="urn:microsoft.com/office/officeart/2018/2/layout/IconCircleList"/>
    <dgm:cxn modelId="{0E72E5A9-CF1B-42D4-BD9D-1F1820AD16D9}" type="presOf" srcId="{C6F3EE69-B89D-49F6-AD72-B9C57032AC09}" destId="{B974CBA9-F502-4B2A-B398-2E8A300AB8C8}" srcOrd="0" destOrd="0" presId="urn:microsoft.com/office/officeart/2018/2/layout/IconCircleList"/>
    <dgm:cxn modelId="{308C96CA-FC3E-4B9D-BE3B-F2133B16C4ED}" srcId="{DFC2C1F3-65A4-42C1-9FBA-65ABB4FEAD84}" destId="{75649DD7-AD3B-4B2D-B222-73C329D64D1F}" srcOrd="1" destOrd="0" parTransId="{C3097449-7F6C-4F48-9BC4-1BBCD86F20F8}" sibTransId="{29A6F183-D4E6-4517-B95C-4361022E8173}"/>
    <dgm:cxn modelId="{C0572FDA-C44F-4C53-B9CE-678CA4F8375B}" type="presOf" srcId="{E1245A60-367D-44BC-B976-482138E8251E}" destId="{70351894-E27C-4973-B568-5C8C2B68ADE8}" srcOrd="0" destOrd="0" presId="urn:microsoft.com/office/officeart/2018/2/layout/IconCircleList"/>
    <dgm:cxn modelId="{8A98C2ED-E6F7-46C4-9A58-51642D7749D1}" type="presOf" srcId="{B9B58084-6D96-44B0-8C4E-36606ADEFEA2}" destId="{412ED23B-6DE8-48E4-B0D8-F6FB699D85F6}" srcOrd="0" destOrd="0" presId="urn:microsoft.com/office/officeart/2018/2/layout/IconCircleList"/>
    <dgm:cxn modelId="{C9F845F7-1DB8-4927-BB91-C1441298A993}" type="presOf" srcId="{AF3905FB-8F65-4643-B146-6F1CA7B8C73A}" destId="{C8C6F992-B450-4FF2-AD8F-1A6597AA5D1A}" srcOrd="0" destOrd="0" presId="urn:microsoft.com/office/officeart/2018/2/layout/IconCircleList"/>
    <dgm:cxn modelId="{15C8C094-F4A1-4633-BDBC-BBA49D067E26}" type="presParOf" srcId="{D6EEAA5F-CEEB-4E64-9828-AAFDA19EA714}" destId="{5D7D5163-42C2-44B7-B17C-1A87D5F37CD8}" srcOrd="0" destOrd="0" presId="urn:microsoft.com/office/officeart/2018/2/layout/IconCircleList"/>
    <dgm:cxn modelId="{9F5DF008-D3F7-4E75-9F50-9B3DD7418030}" type="presParOf" srcId="{5D7D5163-42C2-44B7-B17C-1A87D5F37CD8}" destId="{1B9C2FBF-F38A-4F99-B19D-6A4473271801}" srcOrd="0" destOrd="0" presId="urn:microsoft.com/office/officeart/2018/2/layout/IconCircleList"/>
    <dgm:cxn modelId="{99826B90-A913-441F-ACB7-31320F77FC7C}" type="presParOf" srcId="{1B9C2FBF-F38A-4F99-B19D-6A4473271801}" destId="{646BFA6A-4E43-4496-A9B6-281981623040}" srcOrd="0" destOrd="0" presId="urn:microsoft.com/office/officeart/2018/2/layout/IconCircleList"/>
    <dgm:cxn modelId="{1ADD5F56-62FB-457C-9BFE-5DD6E83EF06F}" type="presParOf" srcId="{1B9C2FBF-F38A-4F99-B19D-6A4473271801}" destId="{7B415B6C-1D0B-418D-BF3F-FA2D1E1B401B}" srcOrd="1" destOrd="0" presId="urn:microsoft.com/office/officeart/2018/2/layout/IconCircleList"/>
    <dgm:cxn modelId="{E07686D6-AE1B-47D0-BD08-FF8CC484E7C9}" type="presParOf" srcId="{1B9C2FBF-F38A-4F99-B19D-6A4473271801}" destId="{46A72B0A-0ED0-4516-9CCC-B22638B91118}" srcOrd="2" destOrd="0" presId="urn:microsoft.com/office/officeart/2018/2/layout/IconCircleList"/>
    <dgm:cxn modelId="{C035A509-EC90-48D2-9D24-9065E799691F}" type="presParOf" srcId="{1B9C2FBF-F38A-4F99-B19D-6A4473271801}" destId="{C8C6F992-B450-4FF2-AD8F-1A6597AA5D1A}" srcOrd="3" destOrd="0" presId="urn:microsoft.com/office/officeart/2018/2/layout/IconCircleList"/>
    <dgm:cxn modelId="{59251C2B-F3D0-416D-AC61-A82CD579BF3B}" type="presParOf" srcId="{5D7D5163-42C2-44B7-B17C-1A87D5F37CD8}" destId="{412ED23B-6DE8-48E4-B0D8-F6FB699D85F6}" srcOrd="1" destOrd="0" presId="urn:microsoft.com/office/officeart/2018/2/layout/IconCircleList"/>
    <dgm:cxn modelId="{87004F0E-6004-432C-B147-D3AB6C1F0DEA}" type="presParOf" srcId="{5D7D5163-42C2-44B7-B17C-1A87D5F37CD8}" destId="{01168D2C-2856-4A63-8FB1-18720B134013}" srcOrd="2" destOrd="0" presId="urn:microsoft.com/office/officeart/2018/2/layout/IconCircleList"/>
    <dgm:cxn modelId="{53C1FCF7-A86F-4D3D-8B3C-BF0E7EC6923C}" type="presParOf" srcId="{01168D2C-2856-4A63-8FB1-18720B134013}" destId="{27D2D4AF-A781-432F-9835-163C7CD94DD7}" srcOrd="0" destOrd="0" presId="urn:microsoft.com/office/officeart/2018/2/layout/IconCircleList"/>
    <dgm:cxn modelId="{28D53D92-79FF-45C1-B7DC-BE380FC63EB8}" type="presParOf" srcId="{01168D2C-2856-4A63-8FB1-18720B134013}" destId="{BB0B6D59-E188-4987-A8AC-CBD262B58B4F}" srcOrd="1" destOrd="0" presId="urn:microsoft.com/office/officeart/2018/2/layout/IconCircleList"/>
    <dgm:cxn modelId="{4B4FC566-6625-4519-BE9C-005E71554B65}" type="presParOf" srcId="{01168D2C-2856-4A63-8FB1-18720B134013}" destId="{B1F789A6-E14A-4483-A343-53C29D6CA111}" srcOrd="2" destOrd="0" presId="urn:microsoft.com/office/officeart/2018/2/layout/IconCircleList"/>
    <dgm:cxn modelId="{CF360F84-1C9D-4A04-B969-D870F02E3D03}" type="presParOf" srcId="{01168D2C-2856-4A63-8FB1-18720B134013}" destId="{A480CB17-0EE7-401D-BA60-FB46C00FF54A}" srcOrd="3" destOrd="0" presId="urn:microsoft.com/office/officeart/2018/2/layout/IconCircleList"/>
    <dgm:cxn modelId="{F91C08A2-0FF7-4786-853E-D627592B9E59}" type="presParOf" srcId="{5D7D5163-42C2-44B7-B17C-1A87D5F37CD8}" destId="{66696530-FD55-441E-9BD5-723219910BE2}" srcOrd="3" destOrd="0" presId="urn:microsoft.com/office/officeart/2018/2/layout/IconCircleList"/>
    <dgm:cxn modelId="{3FEB3A34-96C5-488C-8369-B9C24720264A}" type="presParOf" srcId="{5D7D5163-42C2-44B7-B17C-1A87D5F37CD8}" destId="{94A08424-B74E-4999-B12F-FFC415A18115}" srcOrd="4" destOrd="0" presId="urn:microsoft.com/office/officeart/2018/2/layout/IconCircleList"/>
    <dgm:cxn modelId="{0100B792-F4B0-4AD3-A36C-83F7FB825367}" type="presParOf" srcId="{94A08424-B74E-4999-B12F-FFC415A18115}" destId="{8B5A6750-EFD7-4D40-AC70-8C1F0CCAF35D}" srcOrd="0" destOrd="0" presId="urn:microsoft.com/office/officeart/2018/2/layout/IconCircleList"/>
    <dgm:cxn modelId="{DFD802BD-2D3C-4666-B562-833B299BCB4F}" type="presParOf" srcId="{94A08424-B74E-4999-B12F-FFC415A18115}" destId="{143ABE82-947D-4E93-85D4-512675FD0DC5}" srcOrd="1" destOrd="0" presId="urn:microsoft.com/office/officeart/2018/2/layout/IconCircleList"/>
    <dgm:cxn modelId="{89355C86-5643-47E2-BE38-59F3DACBB1DC}" type="presParOf" srcId="{94A08424-B74E-4999-B12F-FFC415A18115}" destId="{FDB2AAFD-2348-4FDB-8F15-528C3E6F1008}" srcOrd="2" destOrd="0" presId="urn:microsoft.com/office/officeart/2018/2/layout/IconCircleList"/>
    <dgm:cxn modelId="{CEFEE720-0E9A-4849-A896-090DFFF0D98D}" type="presParOf" srcId="{94A08424-B74E-4999-B12F-FFC415A18115}" destId="{67EC2AA6-BBF7-4764-8B98-B36067EB4744}" srcOrd="3" destOrd="0" presId="urn:microsoft.com/office/officeart/2018/2/layout/IconCircleList"/>
    <dgm:cxn modelId="{C7602A5D-28C6-4DD5-B020-50D2377CB4C0}" type="presParOf" srcId="{5D7D5163-42C2-44B7-B17C-1A87D5F37CD8}" destId="{B974CBA9-F502-4B2A-B398-2E8A300AB8C8}" srcOrd="5" destOrd="0" presId="urn:microsoft.com/office/officeart/2018/2/layout/IconCircleList"/>
    <dgm:cxn modelId="{9D9CE9E4-4A08-443B-8696-29EB6A51F678}" type="presParOf" srcId="{5D7D5163-42C2-44B7-B17C-1A87D5F37CD8}" destId="{ECAC5567-0E0E-4CEA-9994-F07C45C0A7CF}" srcOrd="6" destOrd="0" presId="urn:microsoft.com/office/officeart/2018/2/layout/IconCircleList"/>
    <dgm:cxn modelId="{9974EF16-D8BC-4FA2-93AE-7D457D52A1A8}" type="presParOf" srcId="{ECAC5567-0E0E-4CEA-9994-F07C45C0A7CF}" destId="{2546AFE2-7FEF-44AC-A827-DF109157A9AE}" srcOrd="0" destOrd="0" presId="urn:microsoft.com/office/officeart/2018/2/layout/IconCircleList"/>
    <dgm:cxn modelId="{051A87B3-648F-49D5-8158-2B027480944D}" type="presParOf" srcId="{ECAC5567-0E0E-4CEA-9994-F07C45C0A7CF}" destId="{03A19C05-C5BE-4DC7-AC80-916E7216E8AB}" srcOrd="1" destOrd="0" presId="urn:microsoft.com/office/officeart/2018/2/layout/IconCircleList"/>
    <dgm:cxn modelId="{71316691-AC6F-41A5-9FAB-090FC41705EE}" type="presParOf" srcId="{ECAC5567-0E0E-4CEA-9994-F07C45C0A7CF}" destId="{1A547F0B-E838-4C49-97CB-779A401F37C0}" srcOrd="2" destOrd="0" presId="urn:microsoft.com/office/officeart/2018/2/layout/IconCircleList"/>
    <dgm:cxn modelId="{43DB6CBD-98B7-41C4-8DA8-FEA5DD4200FC}" type="presParOf" srcId="{ECAC5567-0E0E-4CEA-9994-F07C45C0A7CF}" destId="{70351894-E27C-4973-B568-5C8C2B68ADE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1D8AC2-BCD4-4A8D-855E-1622EE5F7B9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A3F6B3-5ECF-43FC-9E4C-7D0299267E20}">
      <dgm:prSet/>
      <dgm:spPr/>
      <dgm:t>
        <a:bodyPr/>
        <a:lstStyle/>
        <a:p>
          <a:r>
            <a:rPr lang="en-US"/>
            <a:t>LLM decides completeness</a:t>
          </a:r>
        </a:p>
      </dgm:t>
    </dgm:pt>
    <dgm:pt modelId="{195DB386-6EDC-49E4-91D5-7EF4CB9ABD38}" type="parTrans" cxnId="{757EF0FA-9173-41A6-A87B-58DBF31ECC41}">
      <dgm:prSet/>
      <dgm:spPr/>
      <dgm:t>
        <a:bodyPr/>
        <a:lstStyle/>
        <a:p>
          <a:endParaRPr lang="en-US"/>
        </a:p>
      </dgm:t>
    </dgm:pt>
    <dgm:pt modelId="{CD295888-FAD8-4523-B95B-8F71C324E1FF}" type="sibTrans" cxnId="{757EF0FA-9173-41A6-A87B-58DBF31ECC41}">
      <dgm:prSet/>
      <dgm:spPr/>
      <dgm:t>
        <a:bodyPr/>
        <a:lstStyle/>
        <a:p>
          <a:endParaRPr lang="en-US"/>
        </a:p>
      </dgm:t>
    </dgm:pt>
    <dgm:pt modelId="{0DADCC48-AB2B-4634-BF64-727A8A37382E}">
      <dgm:prSet/>
      <dgm:spPr/>
      <dgm:t>
        <a:bodyPr/>
        <a:lstStyle/>
        <a:p>
          <a:r>
            <a:rPr lang="en-US"/>
            <a:t>LLM interprets the intent </a:t>
          </a:r>
        </a:p>
      </dgm:t>
    </dgm:pt>
    <dgm:pt modelId="{9D0D4BC5-02D8-4768-AF5D-5DF122F68E28}" type="parTrans" cxnId="{35CC876E-0179-498E-8FF5-166D53D703C1}">
      <dgm:prSet/>
      <dgm:spPr/>
      <dgm:t>
        <a:bodyPr/>
        <a:lstStyle/>
        <a:p>
          <a:endParaRPr lang="en-US"/>
        </a:p>
      </dgm:t>
    </dgm:pt>
    <dgm:pt modelId="{EF52D9C0-55FC-4BD8-B7C6-25C696572411}" type="sibTrans" cxnId="{35CC876E-0179-498E-8FF5-166D53D703C1}">
      <dgm:prSet/>
      <dgm:spPr/>
      <dgm:t>
        <a:bodyPr/>
        <a:lstStyle/>
        <a:p>
          <a:endParaRPr lang="en-US"/>
        </a:p>
      </dgm:t>
    </dgm:pt>
    <dgm:pt modelId="{D1046590-BA51-4CC8-8ED1-320E628D785D}">
      <dgm:prSet/>
      <dgm:spPr/>
      <dgm:t>
        <a:bodyPr/>
        <a:lstStyle/>
        <a:p>
          <a:r>
            <a:rPr lang="en-US"/>
            <a:t>LLM routes the workflow</a:t>
          </a:r>
        </a:p>
      </dgm:t>
    </dgm:pt>
    <dgm:pt modelId="{EA13ACA2-1E87-471E-842A-242F671BD4F7}" type="parTrans" cxnId="{72A9C7B2-51E9-4F37-8057-F3442A181876}">
      <dgm:prSet/>
      <dgm:spPr/>
      <dgm:t>
        <a:bodyPr/>
        <a:lstStyle/>
        <a:p>
          <a:endParaRPr lang="en-US"/>
        </a:p>
      </dgm:t>
    </dgm:pt>
    <dgm:pt modelId="{BCE760AB-FE08-4648-8841-8F41A7FC950E}" type="sibTrans" cxnId="{72A9C7B2-51E9-4F37-8057-F3442A181876}">
      <dgm:prSet/>
      <dgm:spPr/>
      <dgm:t>
        <a:bodyPr/>
        <a:lstStyle/>
        <a:p>
          <a:endParaRPr lang="en-US"/>
        </a:p>
      </dgm:t>
    </dgm:pt>
    <dgm:pt modelId="{591FAE1D-044A-47BA-9B33-C887C9AA751F}">
      <dgm:prSet/>
      <dgm:spPr/>
      <dgm:t>
        <a:bodyPr/>
        <a:lstStyle/>
        <a:p>
          <a:r>
            <a:rPr lang="en-US"/>
            <a:t>Maximum decisions are agent-driven</a:t>
          </a:r>
        </a:p>
      </dgm:t>
    </dgm:pt>
    <dgm:pt modelId="{8ABB3EA0-B7FE-4F59-A5C0-AFB80F0D420C}" type="parTrans" cxnId="{A61AF3D8-197C-416C-9440-8C1B12292576}">
      <dgm:prSet/>
      <dgm:spPr/>
      <dgm:t>
        <a:bodyPr/>
        <a:lstStyle/>
        <a:p>
          <a:endParaRPr lang="en-US"/>
        </a:p>
      </dgm:t>
    </dgm:pt>
    <dgm:pt modelId="{528C8181-A001-408A-8ADC-B0CCF67E0709}" type="sibTrans" cxnId="{A61AF3D8-197C-416C-9440-8C1B12292576}">
      <dgm:prSet/>
      <dgm:spPr/>
      <dgm:t>
        <a:bodyPr/>
        <a:lstStyle/>
        <a:p>
          <a:endParaRPr lang="en-US"/>
        </a:p>
      </dgm:t>
    </dgm:pt>
    <dgm:pt modelId="{62E25972-4470-404E-BC90-A42EB60E0DB5}" type="pres">
      <dgm:prSet presAssocID="{511D8AC2-BCD4-4A8D-855E-1622EE5F7B9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C9A7E0-8A02-4501-BC82-D78953C76C65}" type="pres">
      <dgm:prSet presAssocID="{04A3F6B3-5ECF-43FC-9E4C-7D0299267E20}" presName="hierRoot1" presStyleCnt="0"/>
      <dgm:spPr/>
    </dgm:pt>
    <dgm:pt modelId="{6B605580-BA08-472A-BF66-F9F1FC231C0A}" type="pres">
      <dgm:prSet presAssocID="{04A3F6B3-5ECF-43FC-9E4C-7D0299267E20}" presName="composite" presStyleCnt="0"/>
      <dgm:spPr/>
    </dgm:pt>
    <dgm:pt modelId="{E3AA13C1-6456-4CAE-9363-9BE4D0955C1E}" type="pres">
      <dgm:prSet presAssocID="{04A3F6B3-5ECF-43FC-9E4C-7D0299267E20}" presName="background" presStyleLbl="node0" presStyleIdx="0" presStyleCnt="4"/>
      <dgm:spPr/>
    </dgm:pt>
    <dgm:pt modelId="{E12F47BC-30F7-48A2-9D8C-6BE89AAB7E3A}" type="pres">
      <dgm:prSet presAssocID="{04A3F6B3-5ECF-43FC-9E4C-7D0299267E20}" presName="text" presStyleLbl="fgAcc0" presStyleIdx="0" presStyleCnt="4">
        <dgm:presLayoutVars>
          <dgm:chPref val="3"/>
        </dgm:presLayoutVars>
      </dgm:prSet>
      <dgm:spPr/>
    </dgm:pt>
    <dgm:pt modelId="{248B6D5A-E680-4A86-ABB8-6BE2824CD615}" type="pres">
      <dgm:prSet presAssocID="{04A3F6B3-5ECF-43FC-9E4C-7D0299267E20}" presName="hierChild2" presStyleCnt="0"/>
      <dgm:spPr/>
    </dgm:pt>
    <dgm:pt modelId="{BD0E0EA8-C207-4612-9CB4-1A1C449882D8}" type="pres">
      <dgm:prSet presAssocID="{0DADCC48-AB2B-4634-BF64-727A8A37382E}" presName="hierRoot1" presStyleCnt="0"/>
      <dgm:spPr/>
    </dgm:pt>
    <dgm:pt modelId="{1739AB63-6F19-4B8A-BCBF-6A6563A7E204}" type="pres">
      <dgm:prSet presAssocID="{0DADCC48-AB2B-4634-BF64-727A8A37382E}" presName="composite" presStyleCnt="0"/>
      <dgm:spPr/>
    </dgm:pt>
    <dgm:pt modelId="{18B3C9AA-E8CE-419F-B947-7342E39FBB89}" type="pres">
      <dgm:prSet presAssocID="{0DADCC48-AB2B-4634-BF64-727A8A37382E}" presName="background" presStyleLbl="node0" presStyleIdx="1" presStyleCnt="4"/>
      <dgm:spPr/>
    </dgm:pt>
    <dgm:pt modelId="{F5632124-882E-462A-B022-E5CE1C8B9BBE}" type="pres">
      <dgm:prSet presAssocID="{0DADCC48-AB2B-4634-BF64-727A8A37382E}" presName="text" presStyleLbl="fgAcc0" presStyleIdx="1" presStyleCnt="4">
        <dgm:presLayoutVars>
          <dgm:chPref val="3"/>
        </dgm:presLayoutVars>
      </dgm:prSet>
      <dgm:spPr/>
    </dgm:pt>
    <dgm:pt modelId="{02C12602-CC0C-4F0F-AA0D-F8C464E63B6D}" type="pres">
      <dgm:prSet presAssocID="{0DADCC48-AB2B-4634-BF64-727A8A37382E}" presName="hierChild2" presStyleCnt="0"/>
      <dgm:spPr/>
    </dgm:pt>
    <dgm:pt modelId="{E64A5655-4D19-418D-AE56-6B3B941D00E5}" type="pres">
      <dgm:prSet presAssocID="{D1046590-BA51-4CC8-8ED1-320E628D785D}" presName="hierRoot1" presStyleCnt="0"/>
      <dgm:spPr/>
    </dgm:pt>
    <dgm:pt modelId="{7D138DAA-3FCB-47D2-A012-3C15447C7459}" type="pres">
      <dgm:prSet presAssocID="{D1046590-BA51-4CC8-8ED1-320E628D785D}" presName="composite" presStyleCnt="0"/>
      <dgm:spPr/>
    </dgm:pt>
    <dgm:pt modelId="{F2903D85-A37F-45B5-AE86-88DAD0841FBB}" type="pres">
      <dgm:prSet presAssocID="{D1046590-BA51-4CC8-8ED1-320E628D785D}" presName="background" presStyleLbl="node0" presStyleIdx="2" presStyleCnt="4"/>
      <dgm:spPr/>
    </dgm:pt>
    <dgm:pt modelId="{8FDEA806-3AD6-4C02-9F47-69FDE1530279}" type="pres">
      <dgm:prSet presAssocID="{D1046590-BA51-4CC8-8ED1-320E628D785D}" presName="text" presStyleLbl="fgAcc0" presStyleIdx="2" presStyleCnt="4">
        <dgm:presLayoutVars>
          <dgm:chPref val="3"/>
        </dgm:presLayoutVars>
      </dgm:prSet>
      <dgm:spPr/>
    </dgm:pt>
    <dgm:pt modelId="{CEA7FCEF-2D42-4ACB-8F5F-8A7861AFF00A}" type="pres">
      <dgm:prSet presAssocID="{D1046590-BA51-4CC8-8ED1-320E628D785D}" presName="hierChild2" presStyleCnt="0"/>
      <dgm:spPr/>
    </dgm:pt>
    <dgm:pt modelId="{D386A172-BD20-41B5-BA42-B794A5AF4243}" type="pres">
      <dgm:prSet presAssocID="{591FAE1D-044A-47BA-9B33-C887C9AA751F}" presName="hierRoot1" presStyleCnt="0"/>
      <dgm:spPr/>
    </dgm:pt>
    <dgm:pt modelId="{72A2828D-8743-4496-8C5B-CEB4A1FDD718}" type="pres">
      <dgm:prSet presAssocID="{591FAE1D-044A-47BA-9B33-C887C9AA751F}" presName="composite" presStyleCnt="0"/>
      <dgm:spPr/>
    </dgm:pt>
    <dgm:pt modelId="{E418FF7A-5067-4FD7-8C6E-E4804C84593F}" type="pres">
      <dgm:prSet presAssocID="{591FAE1D-044A-47BA-9B33-C887C9AA751F}" presName="background" presStyleLbl="node0" presStyleIdx="3" presStyleCnt="4"/>
      <dgm:spPr/>
    </dgm:pt>
    <dgm:pt modelId="{06EE4FA1-1B36-416D-B848-373317B33AB6}" type="pres">
      <dgm:prSet presAssocID="{591FAE1D-044A-47BA-9B33-C887C9AA751F}" presName="text" presStyleLbl="fgAcc0" presStyleIdx="3" presStyleCnt="4">
        <dgm:presLayoutVars>
          <dgm:chPref val="3"/>
        </dgm:presLayoutVars>
      </dgm:prSet>
      <dgm:spPr/>
    </dgm:pt>
    <dgm:pt modelId="{24EC9BC7-1419-4415-9C7B-315CD6E37C6B}" type="pres">
      <dgm:prSet presAssocID="{591FAE1D-044A-47BA-9B33-C887C9AA751F}" presName="hierChild2" presStyleCnt="0"/>
      <dgm:spPr/>
    </dgm:pt>
  </dgm:ptLst>
  <dgm:cxnLst>
    <dgm:cxn modelId="{35CC876E-0179-498E-8FF5-166D53D703C1}" srcId="{511D8AC2-BCD4-4A8D-855E-1622EE5F7B9A}" destId="{0DADCC48-AB2B-4634-BF64-727A8A37382E}" srcOrd="1" destOrd="0" parTransId="{9D0D4BC5-02D8-4768-AF5D-5DF122F68E28}" sibTransId="{EF52D9C0-55FC-4BD8-B7C6-25C696572411}"/>
    <dgm:cxn modelId="{A0912C52-878C-4225-BFDA-CE4A3DD9C3FC}" type="presOf" srcId="{D1046590-BA51-4CC8-8ED1-320E628D785D}" destId="{8FDEA806-3AD6-4C02-9F47-69FDE1530279}" srcOrd="0" destOrd="0" presId="urn:microsoft.com/office/officeart/2005/8/layout/hierarchy1"/>
    <dgm:cxn modelId="{A74C0B89-D059-4787-912E-5F71E7CE12C0}" type="presOf" srcId="{0DADCC48-AB2B-4634-BF64-727A8A37382E}" destId="{F5632124-882E-462A-B022-E5CE1C8B9BBE}" srcOrd="0" destOrd="0" presId="urn:microsoft.com/office/officeart/2005/8/layout/hierarchy1"/>
    <dgm:cxn modelId="{2908BFA9-DC96-403C-8FE3-6ECFD8366D53}" type="presOf" srcId="{591FAE1D-044A-47BA-9B33-C887C9AA751F}" destId="{06EE4FA1-1B36-416D-B848-373317B33AB6}" srcOrd="0" destOrd="0" presId="urn:microsoft.com/office/officeart/2005/8/layout/hierarchy1"/>
    <dgm:cxn modelId="{72A9C7B2-51E9-4F37-8057-F3442A181876}" srcId="{511D8AC2-BCD4-4A8D-855E-1622EE5F7B9A}" destId="{D1046590-BA51-4CC8-8ED1-320E628D785D}" srcOrd="2" destOrd="0" parTransId="{EA13ACA2-1E87-471E-842A-242F671BD4F7}" sibTransId="{BCE760AB-FE08-4648-8841-8F41A7FC950E}"/>
    <dgm:cxn modelId="{AE9DE3D4-FC32-4A1C-977C-8940021283EC}" type="presOf" srcId="{511D8AC2-BCD4-4A8D-855E-1622EE5F7B9A}" destId="{62E25972-4470-404E-BC90-A42EB60E0DB5}" srcOrd="0" destOrd="0" presId="urn:microsoft.com/office/officeart/2005/8/layout/hierarchy1"/>
    <dgm:cxn modelId="{A61AF3D8-197C-416C-9440-8C1B12292576}" srcId="{511D8AC2-BCD4-4A8D-855E-1622EE5F7B9A}" destId="{591FAE1D-044A-47BA-9B33-C887C9AA751F}" srcOrd="3" destOrd="0" parTransId="{8ABB3EA0-B7FE-4F59-A5C0-AFB80F0D420C}" sibTransId="{528C8181-A001-408A-8ADC-B0CCF67E0709}"/>
    <dgm:cxn modelId="{A24F5ED9-DF11-42C9-B3CE-F0ECDC5C60CB}" type="presOf" srcId="{04A3F6B3-5ECF-43FC-9E4C-7D0299267E20}" destId="{E12F47BC-30F7-48A2-9D8C-6BE89AAB7E3A}" srcOrd="0" destOrd="0" presId="urn:microsoft.com/office/officeart/2005/8/layout/hierarchy1"/>
    <dgm:cxn modelId="{757EF0FA-9173-41A6-A87B-58DBF31ECC41}" srcId="{511D8AC2-BCD4-4A8D-855E-1622EE5F7B9A}" destId="{04A3F6B3-5ECF-43FC-9E4C-7D0299267E20}" srcOrd="0" destOrd="0" parTransId="{195DB386-6EDC-49E4-91D5-7EF4CB9ABD38}" sibTransId="{CD295888-FAD8-4523-B95B-8F71C324E1FF}"/>
    <dgm:cxn modelId="{78B9D1D0-EA16-4164-9426-F76DB3995740}" type="presParOf" srcId="{62E25972-4470-404E-BC90-A42EB60E0DB5}" destId="{94C9A7E0-8A02-4501-BC82-D78953C76C65}" srcOrd="0" destOrd="0" presId="urn:microsoft.com/office/officeart/2005/8/layout/hierarchy1"/>
    <dgm:cxn modelId="{C959065D-2967-45EE-8130-99874A4D810F}" type="presParOf" srcId="{94C9A7E0-8A02-4501-BC82-D78953C76C65}" destId="{6B605580-BA08-472A-BF66-F9F1FC231C0A}" srcOrd="0" destOrd="0" presId="urn:microsoft.com/office/officeart/2005/8/layout/hierarchy1"/>
    <dgm:cxn modelId="{742D47AA-122F-4ACE-90CE-E9B88565EEA8}" type="presParOf" srcId="{6B605580-BA08-472A-BF66-F9F1FC231C0A}" destId="{E3AA13C1-6456-4CAE-9363-9BE4D0955C1E}" srcOrd="0" destOrd="0" presId="urn:microsoft.com/office/officeart/2005/8/layout/hierarchy1"/>
    <dgm:cxn modelId="{60C94A08-2846-4044-BC79-B2B37739E238}" type="presParOf" srcId="{6B605580-BA08-472A-BF66-F9F1FC231C0A}" destId="{E12F47BC-30F7-48A2-9D8C-6BE89AAB7E3A}" srcOrd="1" destOrd="0" presId="urn:microsoft.com/office/officeart/2005/8/layout/hierarchy1"/>
    <dgm:cxn modelId="{A68DDF36-A9FE-4B40-B8E7-211064860649}" type="presParOf" srcId="{94C9A7E0-8A02-4501-BC82-D78953C76C65}" destId="{248B6D5A-E680-4A86-ABB8-6BE2824CD615}" srcOrd="1" destOrd="0" presId="urn:microsoft.com/office/officeart/2005/8/layout/hierarchy1"/>
    <dgm:cxn modelId="{BDD55E93-1DFB-4DCE-B247-F4A4F63B7126}" type="presParOf" srcId="{62E25972-4470-404E-BC90-A42EB60E0DB5}" destId="{BD0E0EA8-C207-4612-9CB4-1A1C449882D8}" srcOrd="1" destOrd="0" presId="urn:microsoft.com/office/officeart/2005/8/layout/hierarchy1"/>
    <dgm:cxn modelId="{43B0DDA0-DD54-47D8-8D32-321CC0419CBC}" type="presParOf" srcId="{BD0E0EA8-C207-4612-9CB4-1A1C449882D8}" destId="{1739AB63-6F19-4B8A-BCBF-6A6563A7E204}" srcOrd="0" destOrd="0" presId="urn:microsoft.com/office/officeart/2005/8/layout/hierarchy1"/>
    <dgm:cxn modelId="{50D6DDD4-420A-44D9-BB28-B7161EB254D9}" type="presParOf" srcId="{1739AB63-6F19-4B8A-BCBF-6A6563A7E204}" destId="{18B3C9AA-E8CE-419F-B947-7342E39FBB89}" srcOrd="0" destOrd="0" presId="urn:microsoft.com/office/officeart/2005/8/layout/hierarchy1"/>
    <dgm:cxn modelId="{8E5E9961-8FB9-476D-99B3-EBB3928EAEE9}" type="presParOf" srcId="{1739AB63-6F19-4B8A-BCBF-6A6563A7E204}" destId="{F5632124-882E-462A-B022-E5CE1C8B9BBE}" srcOrd="1" destOrd="0" presId="urn:microsoft.com/office/officeart/2005/8/layout/hierarchy1"/>
    <dgm:cxn modelId="{30024A93-FB8E-42F3-9183-571E6479D625}" type="presParOf" srcId="{BD0E0EA8-C207-4612-9CB4-1A1C449882D8}" destId="{02C12602-CC0C-4F0F-AA0D-F8C464E63B6D}" srcOrd="1" destOrd="0" presId="urn:microsoft.com/office/officeart/2005/8/layout/hierarchy1"/>
    <dgm:cxn modelId="{D237410D-1853-41F8-86CC-1CBDB06FF117}" type="presParOf" srcId="{62E25972-4470-404E-BC90-A42EB60E0DB5}" destId="{E64A5655-4D19-418D-AE56-6B3B941D00E5}" srcOrd="2" destOrd="0" presId="urn:microsoft.com/office/officeart/2005/8/layout/hierarchy1"/>
    <dgm:cxn modelId="{67EAF532-461F-4216-986C-9B9F33301E45}" type="presParOf" srcId="{E64A5655-4D19-418D-AE56-6B3B941D00E5}" destId="{7D138DAA-3FCB-47D2-A012-3C15447C7459}" srcOrd="0" destOrd="0" presId="urn:microsoft.com/office/officeart/2005/8/layout/hierarchy1"/>
    <dgm:cxn modelId="{E335386A-EB16-4F2D-ABF3-CBD8CDAD30C3}" type="presParOf" srcId="{7D138DAA-3FCB-47D2-A012-3C15447C7459}" destId="{F2903D85-A37F-45B5-AE86-88DAD0841FBB}" srcOrd="0" destOrd="0" presId="urn:microsoft.com/office/officeart/2005/8/layout/hierarchy1"/>
    <dgm:cxn modelId="{0FBD87CB-5F76-4F97-A960-54DC772E602C}" type="presParOf" srcId="{7D138DAA-3FCB-47D2-A012-3C15447C7459}" destId="{8FDEA806-3AD6-4C02-9F47-69FDE1530279}" srcOrd="1" destOrd="0" presId="urn:microsoft.com/office/officeart/2005/8/layout/hierarchy1"/>
    <dgm:cxn modelId="{E1160291-C3C4-4E8D-A3E8-42CB418FC6A8}" type="presParOf" srcId="{E64A5655-4D19-418D-AE56-6B3B941D00E5}" destId="{CEA7FCEF-2D42-4ACB-8F5F-8A7861AFF00A}" srcOrd="1" destOrd="0" presId="urn:microsoft.com/office/officeart/2005/8/layout/hierarchy1"/>
    <dgm:cxn modelId="{0C0D8B39-5CD4-459C-AD25-4889E3BFA1AC}" type="presParOf" srcId="{62E25972-4470-404E-BC90-A42EB60E0DB5}" destId="{D386A172-BD20-41B5-BA42-B794A5AF4243}" srcOrd="3" destOrd="0" presId="urn:microsoft.com/office/officeart/2005/8/layout/hierarchy1"/>
    <dgm:cxn modelId="{F1778F57-9A16-477D-A9DD-FC2648837EFF}" type="presParOf" srcId="{D386A172-BD20-41B5-BA42-B794A5AF4243}" destId="{72A2828D-8743-4496-8C5B-CEB4A1FDD718}" srcOrd="0" destOrd="0" presId="urn:microsoft.com/office/officeart/2005/8/layout/hierarchy1"/>
    <dgm:cxn modelId="{3013A995-E5D6-439D-812D-6AB5B688C68B}" type="presParOf" srcId="{72A2828D-8743-4496-8C5B-CEB4A1FDD718}" destId="{E418FF7A-5067-4FD7-8C6E-E4804C84593F}" srcOrd="0" destOrd="0" presId="urn:microsoft.com/office/officeart/2005/8/layout/hierarchy1"/>
    <dgm:cxn modelId="{4FA24C39-6FA4-45D1-B56A-966B80642072}" type="presParOf" srcId="{72A2828D-8743-4496-8C5B-CEB4A1FDD718}" destId="{06EE4FA1-1B36-416D-B848-373317B33AB6}" srcOrd="1" destOrd="0" presId="urn:microsoft.com/office/officeart/2005/8/layout/hierarchy1"/>
    <dgm:cxn modelId="{A7D532BD-B94A-461E-83AC-F1066F013222}" type="presParOf" srcId="{D386A172-BD20-41B5-BA42-B794A5AF4243}" destId="{24EC9BC7-1419-4415-9C7B-315CD6E37C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80A6BA-A9E0-42EA-8B44-8A0DC99F25B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A3DEFC-5734-47B8-8D8E-FDE12580C706}">
      <dgm:prSet/>
      <dgm:spPr/>
      <dgm:t>
        <a:bodyPr/>
        <a:lstStyle/>
        <a:p>
          <a:r>
            <a:rPr lang="en-US"/>
            <a:t>Parser: Extract + Validate</a:t>
          </a:r>
        </a:p>
      </dgm:t>
    </dgm:pt>
    <dgm:pt modelId="{201E21ED-7326-4A2A-B20D-CA4A2E6A72BF}" type="parTrans" cxnId="{2E171C39-6BB5-46E9-8E69-6EFD09E85C7A}">
      <dgm:prSet/>
      <dgm:spPr/>
      <dgm:t>
        <a:bodyPr/>
        <a:lstStyle/>
        <a:p>
          <a:endParaRPr lang="en-US"/>
        </a:p>
      </dgm:t>
    </dgm:pt>
    <dgm:pt modelId="{12DFF315-6869-4AE8-8925-72A88BA8C2CB}" type="sibTrans" cxnId="{2E171C39-6BB5-46E9-8E69-6EFD09E85C7A}">
      <dgm:prSet/>
      <dgm:spPr/>
      <dgm:t>
        <a:bodyPr/>
        <a:lstStyle/>
        <a:p>
          <a:endParaRPr lang="en-US"/>
        </a:p>
      </dgm:t>
    </dgm:pt>
    <dgm:pt modelId="{E2AE5102-68CB-46B3-9E2B-57C492698F7E}">
      <dgm:prSet/>
      <dgm:spPr/>
      <dgm:t>
        <a:bodyPr/>
        <a:lstStyle/>
        <a:p>
          <a:r>
            <a:rPr lang="en-US"/>
            <a:t>Retriever: Fetch brand content </a:t>
          </a:r>
        </a:p>
      </dgm:t>
    </dgm:pt>
    <dgm:pt modelId="{FC5C1565-097D-4386-A765-3A704432C9F3}" type="parTrans" cxnId="{7394C1F7-86FA-42D6-AFBC-7FD960410131}">
      <dgm:prSet/>
      <dgm:spPr/>
      <dgm:t>
        <a:bodyPr/>
        <a:lstStyle/>
        <a:p>
          <a:endParaRPr lang="en-US"/>
        </a:p>
      </dgm:t>
    </dgm:pt>
    <dgm:pt modelId="{2B94538E-11DC-4A99-A650-3A2E96DCB7E6}" type="sibTrans" cxnId="{7394C1F7-86FA-42D6-AFBC-7FD960410131}">
      <dgm:prSet/>
      <dgm:spPr/>
      <dgm:t>
        <a:bodyPr/>
        <a:lstStyle/>
        <a:p>
          <a:endParaRPr lang="en-US"/>
        </a:p>
      </dgm:t>
    </dgm:pt>
    <dgm:pt modelId="{000D37FC-7715-4404-A774-727CF21A7D5A}">
      <dgm:prSet/>
      <dgm:spPr/>
      <dgm:t>
        <a:bodyPr/>
        <a:lstStyle/>
        <a:p>
          <a:r>
            <a:rPr lang="en-US"/>
            <a:t>Interpreter: Generate the hooks and tone</a:t>
          </a:r>
        </a:p>
      </dgm:t>
    </dgm:pt>
    <dgm:pt modelId="{DF28D3F5-27E7-4DCB-8E16-7A3914C9B1B7}" type="parTrans" cxnId="{57C1A0F6-8492-4B34-AF95-688BFE294F1C}">
      <dgm:prSet/>
      <dgm:spPr/>
      <dgm:t>
        <a:bodyPr/>
        <a:lstStyle/>
        <a:p>
          <a:endParaRPr lang="en-US"/>
        </a:p>
      </dgm:t>
    </dgm:pt>
    <dgm:pt modelId="{68237B1F-6879-43C2-9C01-0704609C8434}" type="sibTrans" cxnId="{57C1A0F6-8492-4B34-AF95-688BFE294F1C}">
      <dgm:prSet/>
      <dgm:spPr/>
      <dgm:t>
        <a:bodyPr/>
        <a:lstStyle/>
        <a:p>
          <a:endParaRPr lang="en-US"/>
        </a:p>
      </dgm:t>
    </dgm:pt>
    <dgm:pt modelId="{20E0180C-38DF-4A71-96E1-A17D0BA6ECD2}">
      <dgm:prSet/>
      <dgm:spPr/>
      <dgm:t>
        <a:bodyPr/>
        <a:lstStyle/>
        <a:p>
          <a:r>
            <a:rPr lang="en-US"/>
            <a:t>Router: Decide next action </a:t>
          </a:r>
        </a:p>
      </dgm:t>
    </dgm:pt>
    <dgm:pt modelId="{BE519C24-2637-4433-A0B9-8CD362090A15}" type="parTrans" cxnId="{EE889070-FACA-48F1-B49B-3D67016C16E8}">
      <dgm:prSet/>
      <dgm:spPr/>
      <dgm:t>
        <a:bodyPr/>
        <a:lstStyle/>
        <a:p>
          <a:endParaRPr lang="en-US"/>
        </a:p>
      </dgm:t>
    </dgm:pt>
    <dgm:pt modelId="{0D000D91-55EB-439B-8D1B-14C4137C639B}" type="sibTrans" cxnId="{EE889070-FACA-48F1-B49B-3D67016C16E8}">
      <dgm:prSet/>
      <dgm:spPr/>
      <dgm:t>
        <a:bodyPr/>
        <a:lstStyle/>
        <a:p>
          <a:endParaRPr lang="en-US"/>
        </a:p>
      </dgm:t>
    </dgm:pt>
    <dgm:pt modelId="{63E01FFE-4554-4814-BB75-DB297DCB125A}" type="pres">
      <dgm:prSet presAssocID="{9280A6BA-A9E0-42EA-8B44-8A0DC99F25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01AD14-5B7E-4C8E-B615-6C39220B1EB0}" type="pres">
      <dgm:prSet presAssocID="{1BA3DEFC-5734-47B8-8D8E-FDE12580C706}" presName="hierRoot1" presStyleCnt="0"/>
      <dgm:spPr/>
    </dgm:pt>
    <dgm:pt modelId="{A0BA86FA-57A0-45A4-AF27-F25200B27A7C}" type="pres">
      <dgm:prSet presAssocID="{1BA3DEFC-5734-47B8-8D8E-FDE12580C706}" presName="composite" presStyleCnt="0"/>
      <dgm:spPr/>
    </dgm:pt>
    <dgm:pt modelId="{A9AFBA8A-E786-4F91-83A2-65975308797D}" type="pres">
      <dgm:prSet presAssocID="{1BA3DEFC-5734-47B8-8D8E-FDE12580C706}" presName="background" presStyleLbl="node0" presStyleIdx="0" presStyleCnt="4"/>
      <dgm:spPr/>
    </dgm:pt>
    <dgm:pt modelId="{E1367CE2-C238-43AC-A347-A2392EEFD46A}" type="pres">
      <dgm:prSet presAssocID="{1BA3DEFC-5734-47B8-8D8E-FDE12580C706}" presName="text" presStyleLbl="fgAcc0" presStyleIdx="0" presStyleCnt="4">
        <dgm:presLayoutVars>
          <dgm:chPref val="3"/>
        </dgm:presLayoutVars>
      </dgm:prSet>
      <dgm:spPr/>
    </dgm:pt>
    <dgm:pt modelId="{3C4B000B-71D2-4178-A2A2-999DE90D9317}" type="pres">
      <dgm:prSet presAssocID="{1BA3DEFC-5734-47B8-8D8E-FDE12580C706}" presName="hierChild2" presStyleCnt="0"/>
      <dgm:spPr/>
    </dgm:pt>
    <dgm:pt modelId="{D0F71CEE-6D41-44F0-810C-DDA33688E14D}" type="pres">
      <dgm:prSet presAssocID="{E2AE5102-68CB-46B3-9E2B-57C492698F7E}" presName="hierRoot1" presStyleCnt="0"/>
      <dgm:spPr/>
    </dgm:pt>
    <dgm:pt modelId="{EDA0CF0D-8B58-4443-AC7B-20487744E9B6}" type="pres">
      <dgm:prSet presAssocID="{E2AE5102-68CB-46B3-9E2B-57C492698F7E}" presName="composite" presStyleCnt="0"/>
      <dgm:spPr/>
    </dgm:pt>
    <dgm:pt modelId="{A08A6826-195E-43E8-8166-5DCB024C395E}" type="pres">
      <dgm:prSet presAssocID="{E2AE5102-68CB-46B3-9E2B-57C492698F7E}" presName="background" presStyleLbl="node0" presStyleIdx="1" presStyleCnt="4"/>
      <dgm:spPr/>
    </dgm:pt>
    <dgm:pt modelId="{6E052CB3-9836-4133-A080-90434FBDEBA0}" type="pres">
      <dgm:prSet presAssocID="{E2AE5102-68CB-46B3-9E2B-57C492698F7E}" presName="text" presStyleLbl="fgAcc0" presStyleIdx="1" presStyleCnt="4">
        <dgm:presLayoutVars>
          <dgm:chPref val="3"/>
        </dgm:presLayoutVars>
      </dgm:prSet>
      <dgm:spPr/>
    </dgm:pt>
    <dgm:pt modelId="{41094FAF-B722-4835-B028-66ED23BDDE8D}" type="pres">
      <dgm:prSet presAssocID="{E2AE5102-68CB-46B3-9E2B-57C492698F7E}" presName="hierChild2" presStyleCnt="0"/>
      <dgm:spPr/>
    </dgm:pt>
    <dgm:pt modelId="{35A037C0-8DDC-4071-BD56-0A55ED6D0C59}" type="pres">
      <dgm:prSet presAssocID="{000D37FC-7715-4404-A774-727CF21A7D5A}" presName="hierRoot1" presStyleCnt="0"/>
      <dgm:spPr/>
    </dgm:pt>
    <dgm:pt modelId="{2AB59A94-95DA-48D7-9C69-EC956FA712D1}" type="pres">
      <dgm:prSet presAssocID="{000D37FC-7715-4404-A774-727CF21A7D5A}" presName="composite" presStyleCnt="0"/>
      <dgm:spPr/>
    </dgm:pt>
    <dgm:pt modelId="{E8817943-EE8C-475A-95FE-072D4AC4C696}" type="pres">
      <dgm:prSet presAssocID="{000D37FC-7715-4404-A774-727CF21A7D5A}" presName="background" presStyleLbl="node0" presStyleIdx="2" presStyleCnt="4"/>
      <dgm:spPr/>
    </dgm:pt>
    <dgm:pt modelId="{0711DCEF-72F0-4BFA-B291-89416C0068C3}" type="pres">
      <dgm:prSet presAssocID="{000D37FC-7715-4404-A774-727CF21A7D5A}" presName="text" presStyleLbl="fgAcc0" presStyleIdx="2" presStyleCnt="4">
        <dgm:presLayoutVars>
          <dgm:chPref val="3"/>
        </dgm:presLayoutVars>
      </dgm:prSet>
      <dgm:spPr/>
    </dgm:pt>
    <dgm:pt modelId="{BABAB2D1-3634-47AF-9758-8C6D8ED946EB}" type="pres">
      <dgm:prSet presAssocID="{000D37FC-7715-4404-A774-727CF21A7D5A}" presName="hierChild2" presStyleCnt="0"/>
      <dgm:spPr/>
    </dgm:pt>
    <dgm:pt modelId="{A0649EBB-FF65-459B-98C8-61331F77FD3B}" type="pres">
      <dgm:prSet presAssocID="{20E0180C-38DF-4A71-96E1-A17D0BA6ECD2}" presName="hierRoot1" presStyleCnt="0"/>
      <dgm:spPr/>
    </dgm:pt>
    <dgm:pt modelId="{CFF3FC6C-C54B-48F5-B594-15D4E99B9257}" type="pres">
      <dgm:prSet presAssocID="{20E0180C-38DF-4A71-96E1-A17D0BA6ECD2}" presName="composite" presStyleCnt="0"/>
      <dgm:spPr/>
    </dgm:pt>
    <dgm:pt modelId="{99B51C4A-728B-4086-98E4-CE4A49AFE34F}" type="pres">
      <dgm:prSet presAssocID="{20E0180C-38DF-4A71-96E1-A17D0BA6ECD2}" presName="background" presStyleLbl="node0" presStyleIdx="3" presStyleCnt="4"/>
      <dgm:spPr/>
    </dgm:pt>
    <dgm:pt modelId="{FBCDEF25-DD62-4AC7-BD7A-C255EF7DA75E}" type="pres">
      <dgm:prSet presAssocID="{20E0180C-38DF-4A71-96E1-A17D0BA6ECD2}" presName="text" presStyleLbl="fgAcc0" presStyleIdx="3" presStyleCnt="4">
        <dgm:presLayoutVars>
          <dgm:chPref val="3"/>
        </dgm:presLayoutVars>
      </dgm:prSet>
      <dgm:spPr/>
    </dgm:pt>
    <dgm:pt modelId="{1FCB9DC3-F32F-4313-A4CF-D058B7BE3FB5}" type="pres">
      <dgm:prSet presAssocID="{20E0180C-38DF-4A71-96E1-A17D0BA6ECD2}" presName="hierChild2" presStyleCnt="0"/>
      <dgm:spPr/>
    </dgm:pt>
  </dgm:ptLst>
  <dgm:cxnLst>
    <dgm:cxn modelId="{2E171C39-6BB5-46E9-8E69-6EFD09E85C7A}" srcId="{9280A6BA-A9E0-42EA-8B44-8A0DC99F25BB}" destId="{1BA3DEFC-5734-47B8-8D8E-FDE12580C706}" srcOrd="0" destOrd="0" parTransId="{201E21ED-7326-4A2A-B20D-CA4A2E6A72BF}" sibTransId="{12DFF315-6869-4AE8-8925-72A88BA8C2CB}"/>
    <dgm:cxn modelId="{6FE3493B-1296-471A-AE5C-F55D7CD2F472}" type="presOf" srcId="{20E0180C-38DF-4A71-96E1-A17D0BA6ECD2}" destId="{FBCDEF25-DD62-4AC7-BD7A-C255EF7DA75E}" srcOrd="0" destOrd="0" presId="urn:microsoft.com/office/officeart/2005/8/layout/hierarchy1"/>
    <dgm:cxn modelId="{5EE90E66-2E9E-4A20-90C0-8C2889D5768D}" type="presOf" srcId="{E2AE5102-68CB-46B3-9E2B-57C492698F7E}" destId="{6E052CB3-9836-4133-A080-90434FBDEBA0}" srcOrd="0" destOrd="0" presId="urn:microsoft.com/office/officeart/2005/8/layout/hierarchy1"/>
    <dgm:cxn modelId="{E093716B-648E-426A-8B1A-904E07A70936}" type="presOf" srcId="{9280A6BA-A9E0-42EA-8B44-8A0DC99F25BB}" destId="{63E01FFE-4554-4814-BB75-DB297DCB125A}" srcOrd="0" destOrd="0" presId="urn:microsoft.com/office/officeart/2005/8/layout/hierarchy1"/>
    <dgm:cxn modelId="{EE889070-FACA-48F1-B49B-3D67016C16E8}" srcId="{9280A6BA-A9E0-42EA-8B44-8A0DC99F25BB}" destId="{20E0180C-38DF-4A71-96E1-A17D0BA6ECD2}" srcOrd="3" destOrd="0" parTransId="{BE519C24-2637-4433-A0B9-8CD362090A15}" sibTransId="{0D000D91-55EB-439B-8D1B-14C4137C639B}"/>
    <dgm:cxn modelId="{5F247C74-F1D7-42F9-A709-27C4643EDAA1}" type="presOf" srcId="{000D37FC-7715-4404-A774-727CF21A7D5A}" destId="{0711DCEF-72F0-4BFA-B291-89416C0068C3}" srcOrd="0" destOrd="0" presId="urn:microsoft.com/office/officeart/2005/8/layout/hierarchy1"/>
    <dgm:cxn modelId="{466CAFD1-F486-41FB-96D6-7B1D25C5BF54}" type="presOf" srcId="{1BA3DEFC-5734-47B8-8D8E-FDE12580C706}" destId="{E1367CE2-C238-43AC-A347-A2392EEFD46A}" srcOrd="0" destOrd="0" presId="urn:microsoft.com/office/officeart/2005/8/layout/hierarchy1"/>
    <dgm:cxn modelId="{57C1A0F6-8492-4B34-AF95-688BFE294F1C}" srcId="{9280A6BA-A9E0-42EA-8B44-8A0DC99F25BB}" destId="{000D37FC-7715-4404-A774-727CF21A7D5A}" srcOrd="2" destOrd="0" parTransId="{DF28D3F5-27E7-4DCB-8E16-7A3914C9B1B7}" sibTransId="{68237B1F-6879-43C2-9C01-0704609C8434}"/>
    <dgm:cxn modelId="{7394C1F7-86FA-42D6-AFBC-7FD960410131}" srcId="{9280A6BA-A9E0-42EA-8B44-8A0DC99F25BB}" destId="{E2AE5102-68CB-46B3-9E2B-57C492698F7E}" srcOrd="1" destOrd="0" parTransId="{FC5C1565-097D-4386-A765-3A704432C9F3}" sibTransId="{2B94538E-11DC-4A99-A650-3A2E96DCB7E6}"/>
    <dgm:cxn modelId="{3C5A7FEC-4178-461F-9D48-91E89F9E85D5}" type="presParOf" srcId="{63E01FFE-4554-4814-BB75-DB297DCB125A}" destId="{6001AD14-5B7E-4C8E-B615-6C39220B1EB0}" srcOrd="0" destOrd="0" presId="urn:microsoft.com/office/officeart/2005/8/layout/hierarchy1"/>
    <dgm:cxn modelId="{FBF055AD-9A8D-4143-8E12-E21888CC2A2A}" type="presParOf" srcId="{6001AD14-5B7E-4C8E-B615-6C39220B1EB0}" destId="{A0BA86FA-57A0-45A4-AF27-F25200B27A7C}" srcOrd="0" destOrd="0" presId="urn:microsoft.com/office/officeart/2005/8/layout/hierarchy1"/>
    <dgm:cxn modelId="{AD9C9539-3536-42E3-9C6C-84D71B7A62A5}" type="presParOf" srcId="{A0BA86FA-57A0-45A4-AF27-F25200B27A7C}" destId="{A9AFBA8A-E786-4F91-83A2-65975308797D}" srcOrd="0" destOrd="0" presId="urn:microsoft.com/office/officeart/2005/8/layout/hierarchy1"/>
    <dgm:cxn modelId="{C5F8711D-CADA-4AB6-97F3-F7C374C0AB27}" type="presParOf" srcId="{A0BA86FA-57A0-45A4-AF27-F25200B27A7C}" destId="{E1367CE2-C238-43AC-A347-A2392EEFD46A}" srcOrd="1" destOrd="0" presId="urn:microsoft.com/office/officeart/2005/8/layout/hierarchy1"/>
    <dgm:cxn modelId="{36B1A440-32B8-4BFC-935A-46715E57F353}" type="presParOf" srcId="{6001AD14-5B7E-4C8E-B615-6C39220B1EB0}" destId="{3C4B000B-71D2-4178-A2A2-999DE90D9317}" srcOrd="1" destOrd="0" presId="urn:microsoft.com/office/officeart/2005/8/layout/hierarchy1"/>
    <dgm:cxn modelId="{85D3456D-B239-4AAC-956A-408287858C60}" type="presParOf" srcId="{63E01FFE-4554-4814-BB75-DB297DCB125A}" destId="{D0F71CEE-6D41-44F0-810C-DDA33688E14D}" srcOrd="1" destOrd="0" presId="urn:microsoft.com/office/officeart/2005/8/layout/hierarchy1"/>
    <dgm:cxn modelId="{CFFE251E-2C5F-4A99-9D4D-BDABC86AE17B}" type="presParOf" srcId="{D0F71CEE-6D41-44F0-810C-DDA33688E14D}" destId="{EDA0CF0D-8B58-4443-AC7B-20487744E9B6}" srcOrd="0" destOrd="0" presId="urn:microsoft.com/office/officeart/2005/8/layout/hierarchy1"/>
    <dgm:cxn modelId="{C60704B6-D3AE-4DC4-B84D-CEBC8A070174}" type="presParOf" srcId="{EDA0CF0D-8B58-4443-AC7B-20487744E9B6}" destId="{A08A6826-195E-43E8-8166-5DCB024C395E}" srcOrd="0" destOrd="0" presId="urn:microsoft.com/office/officeart/2005/8/layout/hierarchy1"/>
    <dgm:cxn modelId="{3D4F7E70-C74A-4B25-859B-03E72AE5AE37}" type="presParOf" srcId="{EDA0CF0D-8B58-4443-AC7B-20487744E9B6}" destId="{6E052CB3-9836-4133-A080-90434FBDEBA0}" srcOrd="1" destOrd="0" presId="urn:microsoft.com/office/officeart/2005/8/layout/hierarchy1"/>
    <dgm:cxn modelId="{045CF5AF-F29A-4AD8-A378-53D8484045C9}" type="presParOf" srcId="{D0F71CEE-6D41-44F0-810C-DDA33688E14D}" destId="{41094FAF-B722-4835-B028-66ED23BDDE8D}" srcOrd="1" destOrd="0" presId="urn:microsoft.com/office/officeart/2005/8/layout/hierarchy1"/>
    <dgm:cxn modelId="{B1D51E33-AA04-4BB4-8ED2-8D9764C2A2EC}" type="presParOf" srcId="{63E01FFE-4554-4814-BB75-DB297DCB125A}" destId="{35A037C0-8DDC-4071-BD56-0A55ED6D0C59}" srcOrd="2" destOrd="0" presId="urn:microsoft.com/office/officeart/2005/8/layout/hierarchy1"/>
    <dgm:cxn modelId="{F6B1BC52-3195-425E-B799-F38AEE538853}" type="presParOf" srcId="{35A037C0-8DDC-4071-BD56-0A55ED6D0C59}" destId="{2AB59A94-95DA-48D7-9C69-EC956FA712D1}" srcOrd="0" destOrd="0" presId="urn:microsoft.com/office/officeart/2005/8/layout/hierarchy1"/>
    <dgm:cxn modelId="{BCC1CF75-C637-4848-A22B-A8A3DDAF43B7}" type="presParOf" srcId="{2AB59A94-95DA-48D7-9C69-EC956FA712D1}" destId="{E8817943-EE8C-475A-95FE-072D4AC4C696}" srcOrd="0" destOrd="0" presId="urn:microsoft.com/office/officeart/2005/8/layout/hierarchy1"/>
    <dgm:cxn modelId="{B5B01A4C-6772-484D-8A48-DCC810EB132C}" type="presParOf" srcId="{2AB59A94-95DA-48D7-9C69-EC956FA712D1}" destId="{0711DCEF-72F0-4BFA-B291-89416C0068C3}" srcOrd="1" destOrd="0" presId="urn:microsoft.com/office/officeart/2005/8/layout/hierarchy1"/>
    <dgm:cxn modelId="{C5A9ACB9-90A0-4E87-99AD-97FE9BC89636}" type="presParOf" srcId="{35A037C0-8DDC-4071-BD56-0A55ED6D0C59}" destId="{BABAB2D1-3634-47AF-9758-8C6D8ED946EB}" srcOrd="1" destOrd="0" presId="urn:microsoft.com/office/officeart/2005/8/layout/hierarchy1"/>
    <dgm:cxn modelId="{DF29DBE8-91EE-4D75-92BF-E7FA23F95EA2}" type="presParOf" srcId="{63E01FFE-4554-4814-BB75-DB297DCB125A}" destId="{A0649EBB-FF65-459B-98C8-61331F77FD3B}" srcOrd="3" destOrd="0" presId="urn:microsoft.com/office/officeart/2005/8/layout/hierarchy1"/>
    <dgm:cxn modelId="{271A78B0-7EE3-4B71-941C-F7086FB3AD03}" type="presParOf" srcId="{A0649EBB-FF65-459B-98C8-61331F77FD3B}" destId="{CFF3FC6C-C54B-48F5-B594-15D4E99B9257}" srcOrd="0" destOrd="0" presId="urn:microsoft.com/office/officeart/2005/8/layout/hierarchy1"/>
    <dgm:cxn modelId="{C65BC483-9882-4210-A110-66E236D4ECDF}" type="presParOf" srcId="{CFF3FC6C-C54B-48F5-B594-15D4E99B9257}" destId="{99B51C4A-728B-4086-98E4-CE4A49AFE34F}" srcOrd="0" destOrd="0" presId="urn:microsoft.com/office/officeart/2005/8/layout/hierarchy1"/>
    <dgm:cxn modelId="{3EE868E0-CA3D-4AF2-8948-1666136CFBFB}" type="presParOf" srcId="{CFF3FC6C-C54B-48F5-B594-15D4E99B9257}" destId="{FBCDEF25-DD62-4AC7-BD7A-C255EF7DA75E}" srcOrd="1" destOrd="0" presId="urn:microsoft.com/office/officeart/2005/8/layout/hierarchy1"/>
    <dgm:cxn modelId="{18560A76-E32A-48FD-AEDE-0385FC146737}" type="presParOf" srcId="{A0649EBB-FF65-459B-98C8-61331F77FD3B}" destId="{1FCB9DC3-F32F-4313-A4CF-D058B7BE3F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30D35E-40FD-4BE8-9464-A0942B48493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9502F6-1DBA-4E76-AB0A-493FB896BF5F}">
      <dgm:prSet/>
      <dgm:spPr/>
      <dgm:t>
        <a:bodyPr/>
        <a:lstStyle/>
        <a:p>
          <a:r>
            <a:rPr lang="en-US"/>
            <a:t>LangGraph (workflow)</a:t>
          </a:r>
        </a:p>
      </dgm:t>
    </dgm:pt>
    <dgm:pt modelId="{0BC75CD6-66AD-484C-B39E-F151B2418167}" type="parTrans" cxnId="{8C289D5D-AA3F-4021-B3C6-672FA7A13D57}">
      <dgm:prSet/>
      <dgm:spPr/>
      <dgm:t>
        <a:bodyPr/>
        <a:lstStyle/>
        <a:p>
          <a:endParaRPr lang="en-US"/>
        </a:p>
      </dgm:t>
    </dgm:pt>
    <dgm:pt modelId="{82D7499C-7713-451F-A4EB-B59715FDC894}" type="sibTrans" cxnId="{8C289D5D-AA3F-4021-B3C6-672FA7A13D57}">
      <dgm:prSet/>
      <dgm:spPr/>
      <dgm:t>
        <a:bodyPr/>
        <a:lstStyle/>
        <a:p>
          <a:endParaRPr lang="en-US"/>
        </a:p>
      </dgm:t>
    </dgm:pt>
    <dgm:pt modelId="{4BDD6691-7DCB-4947-ADA0-EA8718E7C2E8}">
      <dgm:prSet/>
      <dgm:spPr/>
      <dgm:t>
        <a:bodyPr/>
        <a:lstStyle/>
        <a:p>
          <a:r>
            <a:rPr lang="en-US"/>
            <a:t>Gemini (LLM)</a:t>
          </a:r>
        </a:p>
      </dgm:t>
    </dgm:pt>
    <dgm:pt modelId="{F6B4F3B0-59C3-458A-8062-F8FD0BE88571}" type="parTrans" cxnId="{C72D98E2-8D0C-48C1-9C0F-74175E9E3C2D}">
      <dgm:prSet/>
      <dgm:spPr/>
      <dgm:t>
        <a:bodyPr/>
        <a:lstStyle/>
        <a:p>
          <a:endParaRPr lang="en-US"/>
        </a:p>
      </dgm:t>
    </dgm:pt>
    <dgm:pt modelId="{A96D957A-FECD-4AD0-BBDC-19B61087E7F5}" type="sibTrans" cxnId="{C72D98E2-8D0C-48C1-9C0F-74175E9E3C2D}">
      <dgm:prSet/>
      <dgm:spPr/>
      <dgm:t>
        <a:bodyPr/>
        <a:lstStyle/>
        <a:p>
          <a:endParaRPr lang="en-US"/>
        </a:p>
      </dgm:t>
    </dgm:pt>
    <dgm:pt modelId="{F63B2562-A906-494F-A4F4-41CC3151C22B}">
      <dgm:prSet/>
      <dgm:spPr/>
      <dgm:t>
        <a:bodyPr/>
        <a:lstStyle/>
        <a:p>
          <a:r>
            <a:rPr lang="en-US"/>
            <a:t>FAISS (memory)</a:t>
          </a:r>
        </a:p>
      </dgm:t>
    </dgm:pt>
    <dgm:pt modelId="{CE57C5CD-D49A-4D70-BE96-E376B5817F89}" type="parTrans" cxnId="{D7F1A6D3-9179-4D4A-A05D-4CDD5A9D5CCA}">
      <dgm:prSet/>
      <dgm:spPr/>
      <dgm:t>
        <a:bodyPr/>
        <a:lstStyle/>
        <a:p>
          <a:endParaRPr lang="en-US"/>
        </a:p>
      </dgm:t>
    </dgm:pt>
    <dgm:pt modelId="{DC065B1D-3D82-4D0C-AA44-FCBD0F932706}" type="sibTrans" cxnId="{D7F1A6D3-9179-4D4A-A05D-4CDD5A9D5CCA}">
      <dgm:prSet/>
      <dgm:spPr/>
      <dgm:t>
        <a:bodyPr/>
        <a:lstStyle/>
        <a:p>
          <a:endParaRPr lang="en-US"/>
        </a:p>
      </dgm:t>
    </dgm:pt>
    <dgm:pt modelId="{30C3FD3B-4BFE-4892-B077-9E5B182765FB}">
      <dgm:prSet/>
      <dgm:spPr/>
      <dgm:t>
        <a:bodyPr/>
        <a:lstStyle/>
        <a:p>
          <a:r>
            <a:rPr lang="en-US"/>
            <a:t>Sheets, Notion , Stack, Airtable</a:t>
          </a:r>
        </a:p>
      </dgm:t>
    </dgm:pt>
    <dgm:pt modelId="{265A9779-0B91-44D7-8AF8-918B6C8C29CE}" type="parTrans" cxnId="{E20B98F4-8CFE-414D-9BD5-E7028E38683C}">
      <dgm:prSet/>
      <dgm:spPr/>
      <dgm:t>
        <a:bodyPr/>
        <a:lstStyle/>
        <a:p>
          <a:endParaRPr lang="en-US"/>
        </a:p>
      </dgm:t>
    </dgm:pt>
    <dgm:pt modelId="{E26E2F94-EE7E-4DA2-AEA2-6AA25F8CE027}" type="sibTrans" cxnId="{E20B98F4-8CFE-414D-9BD5-E7028E38683C}">
      <dgm:prSet/>
      <dgm:spPr/>
      <dgm:t>
        <a:bodyPr/>
        <a:lstStyle/>
        <a:p>
          <a:endParaRPr lang="en-US"/>
        </a:p>
      </dgm:t>
    </dgm:pt>
    <dgm:pt modelId="{4D84EFED-D468-49AD-B69F-DAF30873BC53}">
      <dgm:prSet/>
      <dgm:spPr/>
      <dgm:t>
        <a:bodyPr/>
        <a:lstStyle/>
        <a:p>
          <a:r>
            <a:rPr lang="en-US"/>
            <a:t>LangSmith (logs)</a:t>
          </a:r>
        </a:p>
      </dgm:t>
    </dgm:pt>
    <dgm:pt modelId="{BD5CF0E7-8121-4577-9FA4-50D1B60ABFF5}" type="parTrans" cxnId="{295D7000-7243-4665-884B-9AE1BE88F82D}">
      <dgm:prSet/>
      <dgm:spPr/>
      <dgm:t>
        <a:bodyPr/>
        <a:lstStyle/>
        <a:p>
          <a:endParaRPr lang="en-US"/>
        </a:p>
      </dgm:t>
    </dgm:pt>
    <dgm:pt modelId="{97113251-85DB-4882-B803-1A1CC0614B81}" type="sibTrans" cxnId="{295D7000-7243-4665-884B-9AE1BE88F82D}">
      <dgm:prSet/>
      <dgm:spPr/>
      <dgm:t>
        <a:bodyPr/>
        <a:lstStyle/>
        <a:p>
          <a:endParaRPr lang="en-US"/>
        </a:p>
      </dgm:t>
    </dgm:pt>
    <dgm:pt modelId="{3E8DE3F4-7908-4339-8675-669B68B2C225}" type="pres">
      <dgm:prSet presAssocID="{6530D35E-40FD-4BE8-9464-A0942B48493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6B1EE50-4970-4A9F-BEA3-03415ED26D03}" type="pres">
      <dgm:prSet presAssocID="{729502F6-1DBA-4E76-AB0A-493FB896BF5F}" presName="hierRoot1" presStyleCnt="0"/>
      <dgm:spPr/>
    </dgm:pt>
    <dgm:pt modelId="{EAC183E8-429A-47B8-B9D3-6096F234C9A6}" type="pres">
      <dgm:prSet presAssocID="{729502F6-1DBA-4E76-AB0A-493FB896BF5F}" presName="composite" presStyleCnt="0"/>
      <dgm:spPr/>
    </dgm:pt>
    <dgm:pt modelId="{1F83AFF4-DC5E-4541-8A56-1E10F621A5A8}" type="pres">
      <dgm:prSet presAssocID="{729502F6-1DBA-4E76-AB0A-493FB896BF5F}" presName="background" presStyleLbl="node0" presStyleIdx="0" presStyleCnt="5"/>
      <dgm:spPr/>
    </dgm:pt>
    <dgm:pt modelId="{D826847C-4F3B-4B48-8FE4-EFE5DE3B3C1F}" type="pres">
      <dgm:prSet presAssocID="{729502F6-1DBA-4E76-AB0A-493FB896BF5F}" presName="text" presStyleLbl="fgAcc0" presStyleIdx="0" presStyleCnt="5">
        <dgm:presLayoutVars>
          <dgm:chPref val="3"/>
        </dgm:presLayoutVars>
      </dgm:prSet>
      <dgm:spPr/>
    </dgm:pt>
    <dgm:pt modelId="{547F5124-A2FD-46B3-80C9-2EEE91CA5BB5}" type="pres">
      <dgm:prSet presAssocID="{729502F6-1DBA-4E76-AB0A-493FB896BF5F}" presName="hierChild2" presStyleCnt="0"/>
      <dgm:spPr/>
    </dgm:pt>
    <dgm:pt modelId="{4EAD8336-D8CB-4F93-BA6E-905F3CC5A84F}" type="pres">
      <dgm:prSet presAssocID="{4BDD6691-7DCB-4947-ADA0-EA8718E7C2E8}" presName="hierRoot1" presStyleCnt="0"/>
      <dgm:spPr/>
    </dgm:pt>
    <dgm:pt modelId="{FAD66DFB-17A4-43E5-9DEA-B7D3004CED3C}" type="pres">
      <dgm:prSet presAssocID="{4BDD6691-7DCB-4947-ADA0-EA8718E7C2E8}" presName="composite" presStyleCnt="0"/>
      <dgm:spPr/>
    </dgm:pt>
    <dgm:pt modelId="{4C3D952E-1A38-4A93-BEBB-8AF48C0DAE3C}" type="pres">
      <dgm:prSet presAssocID="{4BDD6691-7DCB-4947-ADA0-EA8718E7C2E8}" presName="background" presStyleLbl="node0" presStyleIdx="1" presStyleCnt="5"/>
      <dgm:spPr/>
    </dgm:pt>
    <dgm:pt modelId="{2FA7F717-C640-4CF6-9BB2-1A33FB953554}" type="pres">
      <dgm:prSet presAssocID="{4BDD6691-7DCB-4947-ADA0-EA8718E7C2E8}" presName="text" presStyleLbl="fgAcc0" presStyleIdx="1" presStyleCnt="5">
        <dgm:presLayoutVars>
          <dgm:chPref val="3"/>
        </dgm:presLayoutVars>
      </dgm:prSet>
      <dgm:spPr/>
    </dgm:pt>
    <dgm:pt modelId="{EFF18E54-B86A-49C0-8957-AAD3F835D6C1}" type="pres">
      <dgm:prSet presAssocID="{4BDD6691-7DCB-4947-ADA0-EA8718E7C2E8}" presName="hierChild2" presStyleCnt="0"/>
      <dgm:spPr/>
    </dgm:pt>
    <dgm:pt modelId="{D0FDE020-6A3A-4A57-BE50-A640BA095DE5}" type="pres">
      <dgm:prSet presAssocID="{F63B2562-A906-494F-A4F4-41CC3151C22B}" presName="hierRoot1" presStyleCnt="0"/>
      <dgm:spPr/>
    </dgm:pt>
    <dgm:pt modelId="{200A14D8-DB8F-49AA-81A9-9D814929FAB6}" type="pres">
      <dgm:prSet presAssocID="{F63B2562-A906-494F-A4F4-41CC3151C22B}" presName="composite" presStyleCnt="0"/>
      <dgm:spPr/>
    </dgm:pt>
    <dgm:pt modelId="{C7DDDD49-86CD-4BE4-BCE3-BA4F7C7AD526}" type="pres">
      <dgm:prSet presAssocID="{F63B2562-A906-494F-A4F4-41CC3151C22B}" presName="background" presStyleLbl="node0" presStyleIdx="2" presStyleCnt="5"/>
      <dgm:spPr/>
    </dgm:pt>
    <dgm:pt modelId="{59B14539-B009-4FD8-A56C-32A8EADE62E9}" type="pres">
      <dgm:prSet presAssocID="{F63B2562-A906-494F-A4F4-41CC3151C22B}" presName="text" presStyleLbl="fgAcc0" presStyleIdx="2" presStyleCnt="5">
        <dgm:presLayoutVars>
          <dgm:chPref val="3"/>
        </dgm:presLayoutVars>
      </dgm:prSet>
      <dgm:spPr/>
    </dgm:pt>
    <dgm:pt modelId="{880EEEF0-089E-47F7-A6F7-2E185DEDE4F6}" type="pres">
      <dgm:prSet presAssocID="{F63B2562-A906-494F-A4F4-41CC3151C22B}" presName="hierChild2" presStyleCnt="0"/>
      <dgm:spPr/>
    </dgm:pt>
    <dgm:pt modelId="{C0386407-5AFB-43F4-BD6B-EF3895DA406A}" type="pres">
      <dgm:prSet presAssocID="{30C3FD3B-4BFE-4892-B077-9E5B182765FB}" presName="hierRoot1" presStyleCnt="0"/>
      <dgm:spPr/>
    </dgm:pt>
    <dgm:pt modelId="{0F22BCD0-F085-4501-9BA7-A98A3C07F1A8}" type="pres">
      <dgm:prSet presAssocID="{30C3FD3B-4BFE-4892-B077-9E5B182765FB}" presName="composite" presStyleCnt="0"/>
      <dgm:spPr/>
    </dgm:pt>
    <dgm:pt modelId="{AADAF593-00F0-4AA6-8250-D8E02C724634}" type="pres">
      <dgm:prSet presAssocID="{30C3FD3B-4BFE-4892-B077-9E5B182765FB}" presName="background" presStyleLbl="node0" presStyleIdx="3" presStyleCnt="5"/>
      <dgm:spPr/>
    </dgm:pt>
    <dgm:pt modelId="{15EB07A8-D185-4261-B3E2-A255503E1F63}" type="pres">
      <dgm:prSet presAssocID="{30C3FD3B-4BFE-4892-B077-9E5B182765FB}" presName="text" presStyleLbl="fgAcc0" presStyleIdx="3" presStyleCnt="5">
        <dgm:presLayoutVars>
          <dgm:chPref val="3"/>
        </dgm:presLayoutVars>
      </dgm:prSet>
      <dgm:spPr/>
    </dgm:pt>
    <dgm:pt modelId="{E9313663-BCA4-4A7A-9161-81BD484A308A}" type="pres">
      <dgm:prSet presAssocID="{30C3FD3B-4BFE-4892-B077-9E5B182765FB}" presName="hierChild2" presStyleCnt="0"/>
      <dgm:spPr/>
    </dgm:pt>
    <dgm:pt modelId="{9FE605F5-F745-4353-B3F1-70374CD8F316}" type="pres">
      <dgm:prSet presAssocID="{4D84EFED-D468-49AD-B69F-DAF30873BC53}" presName="hierRoot1" presStyleCnt="0"/>
      <dgm:spPr/>
    </dgm:pt>
    <dgm:pt modelId="{4393B740-BF3B-4FF4-B521-703A3F18668B}" type="pres">
      <dgm:prSet presAssocID="{4D84EFED-D468-49AD-B69F-DAF30873BC53}" presName="composite" presStyleCnt="0"/>
      <dgm:spPr/>
    </dgm:pt>
    <dgm:pt modelId="{A0859169-3043-4BE0-9222-49FC0DE2C158}" type="pres">
      <dgm:prSet presAssocID="{4D84EFED-D468-49AD-B69F-DAF30873BC53}" presName="background" presStyleLbl="node0" presStyleIdx="4" presStyleCnt="5"/>
      <dgm:spPr/>
    </dgm:pt>
    <dgm:pt modelId="{5519E62A-EF0B-494F-8951-C7B38A1CC0B3}" type="pres">
      <dgm:prSet presAssocID="{4D84EFED-D468-49AD-B69F-DAF30873BC53}" presName="text" presStyleLbl="fgAcc0" presStyleIdx="4" presStyleCnt="5">
        <dgm:presLayoutVars>
          <dgm:chPref val="3"/>
        </dgm:presLayoutVars>
      </dgm:prSet>
      <dgm:spPr/>
    </dgm:pt>
    <dgm:pt modelId="{3F2F067C-B731-4319-84E8-D78E15A91AFF}" type="pres">
      <dgm:prSet presAssocID="{4D84EFED-D468-49AD-B69F-DAF30873BC53}" presName="hierChild2" presStyleCnt="0"/>
      <dgm:spPr/>
    </dgm:pt>
  </dgm:ptLst>
  <dgm:cxnLst>
    <dgm:cxn modelId="{295D7000-7243-4665-884B-9AE1BE88F82D}" srcId="{6530D35E-40FD-4BE8-9464-A0942B484930}" destId="{4D84EFED-D468-49AD-B69F-DAF30873BC53}" srcOrd="4" destOrd="0" parTransId="{BD5CF0E7-8121-4577-9FA4-50D1B60ABFF5}" sibTransId="{97113251-85DB-4882-B803-1A1CC0614B81}"/>
    <dgm:cxn modelId="{4D9BD22B-5698-4AEC-A364-505E324B2E89}" type="presOf" srcId="{30C3FD3B-4BFE-4892-B077-9E5B182765FB}" destId="{15EB07A8-D185-4261-B3E2-A255503E1F63}" srcOrd="0" destOrd="0" presId="urn:microsoft.com/office/officeart/2005/8/layout/hierarchy1"/>
    <dgm:cxn modelId="{4B94743C-CE61-4CF4-8795-09E3A5DD2BB8}" type="presOf" srcId="{4D84EFED-D468-49AD-B69F-DAF30873BC53}" destId="{5519E62A-EF0B-494F-8951-C7B38A1CC0B3}" srcOrd="0" destOrd="0" presId="urn:microsoft.com/office/officeart/2005/8/layout/hierarchy1"/>
    <dgm:cxn modelId="{8C289D5D-AA3F-4021-B3C6-672FA7A13D57}" srcId="{6530D35E-40FD-4BE8-9464-A0942B484930}" destId="{729502F6-1DBA-4E76-AB0A-493FB896BF5F}" srcOrd="0" destOrd="0" parTransId="{0BC75CD6-66AD-484C-B39E-F151B2418167}" sibTransId="{82D7499C-7713-451F-A4EB-B59715FDC894}"/>
    <dgm:cxn modelId="{48F61D6A-7739-434D-A8FB-A3CED75BC00C}" type="presOf" srcId="{729502F6-1DBA-4E76-AB0A-493FB896BF5F}" destId="{D826847C-4F3B-4B48-8FE4-EFE5DE3B3C1F}" srcOrd="0" destOrd="0" presId="urn:microsoft.com/office/officeart/2005/8/layout/hierarchy1"/>
    <dgm:cxn modelId="{03665C74-62CC-49AF-B670-715C68BE6CF6}" type="presOf" srcId="{6530D35E-40FD-4BE8-9464-A0942B484930}" destId="{3E8DE3F4-7908-4339-8675-669B68B2C225}" srcOrd="0" destOrd="0" presId="urn:microsoft.com/office/officeart/2005/8/layout/hierarchy1"/>
    <dgm:cxn modelId="{207175AD-CEAC-4B59-B11F-2D310A239072}" type="presOf" srcId="{F63B2562-A906-494F-A4F4-41CC3151C22B}" destId="{59B14539-B009-4FD8-A56C-32A8EADE62E9}" srcOrd="0" destOrd="0" presId="urn:microsoft.com/office/officeart/2005/8/layout/hierarchy1"/>
    <dgm:cxn modelId="{FD7766C6-23B9-4C92-AEFE-8E1B308A0C6C}" type="presOf" srcId="{4BDD6691-7DCB-4947-ADA0-EA8718E7C2E8}" destId="{2FA7F717-C640-4CF6-9BB2-1A33FB953554}" srcOrd="0" destOrd="0" presId="urn:microsoft.com/office/officeart/2005/8/layout/hierarchy1"/>
    <dgm:cxn modelId="{D7F1A6D3-9179-4D4A-A05D-4CDD5A9D5CCA}" srcId="{6530D35E-40FD-4BE8-9464-A0942B484930}" destId="{F63B2562-A906-494F-A4F4-41CC3151C22B}" srcOrd="2" destOrd="0" parTransId="{CE57C5CD-D49A-4D70-BE96-E376B5817F89}" sibTransId="{DC065B1D-3D82-4D0C-AA44-FCBD0F932706}"/>
    <dgm:cxn modelId="{C72D98E2-8D0C-48C1-9C0F-74175E9E3C2D}" srcId="{6530D35E-40FD-4BE8-9464-A0942B484930}" destId="{4BDD6691-7DCB-4947-ADA0-EA8718E7C2E8}" srcOrd="1" destOrd="0" parTransId="{F6B4F3B0-59C3-458A-8062-F8FD0BE88571}" sibTransId="{A96D957A-FECD-4AD0-BBDC-19B61087E7F5}"/>
    <dgm:cxn modelId="{E20B98F4-8CFE-414D-9BD5-E7028E38683C}" srcId="{6530D35E-40FD-4BE8-9464-A0942B484930}" destId="{30C3FD3B-4BFE-4892-B077-9E5B182765FB}" srcOrd="3" destOrd="0" parTransId="{265A9779-0B91-44D7-8AF8-918B6C8C29CE}" sibTransId="{E26E2F94-EE7E-4DA2-AEA2-6AA25F8CE027}"/>
    <dgm:cxn modelId="{A90B5485-CA58-41A3-A8C8-5FA422E41BB5}" type="presParOf" srcId="{3E8DE3F4-7908-4339-8675-669B68B2C225}" destId="{F6B1EE50-4970-4A9F-BEA3-03415ED26D03}" srcOrd="0" destOrd="0" presId="urn:microsoft.com/office/officeart/2005/8/layout/hierarchy1"/>
    <dgm:cxn modelId="{317387B0-7DAB-4636-84D7-364BB43516C8}" type="presParOf" srcId="{F6B1EE50-4970-4A9F-BEA3-03415ED26D03}" destId="{EAC183E8-429A-47B8-B9D3-6096F234C9A6}" srcOrd="0" destOrd="0" presId="urn:microsoft.com/office/officeart/2005/8/layout/hierarchy1"/>
    <dgm:cxn modelId="{91C95B70-9125-4B3A-A03E-7724CD7C57FE}" type="presParOf" srcId="{EAC183E8-429A-47B8-B9D3-6096F234C9A6}" destId="{1F83AFF4-DC5E-4541-8A56-1E10F621A5A8}" srcOrd="0" destOrd="0" presId="urn:microsoft.com/office/officeart/2005/8/layout/hierarchy1"/>
    <dgm:cxn modelId="{FBB19980-0E78-4671-8192-9F92924CC987}" type="presParOf" srcId="{EAC183E8-429A-47B8-B9D3-6096F234C9A6}" destId="{D826847C-4F3B-4B48-8FE4-EFE5DE3B3C1F}" srcOrd="1" destOrd="0" presId="urn:microsoft.com/office/officeart/2005/8/layout/hierarchy1"/>
    <dgm:cxn modelId="{3CB9EB68-DC2A-4D0B-A248-99BBE555D2CA}" type="presParOf" srcId="{F6B1EE50-4970-4A9F-BEA3-03415ED26D03}" destId="{547F5124-A2FD-46B3-80C9-2EEE91CA5BB5}" srcOrd="1" destOrd="0" presId="urn:microsoft.com/office/officeart/2005/8/layout/hierarchy1"/>
    <dgm:cxn modelId="{EE94ABC0-4A76-44BE-942C-16D04B827B37}" type="presParOf" srcId="{3E8DE3F4-7908-4339-8675-669B68B2C225}" destId="{4EAD8336-D8CB-4F93-BA6E-905F3CC5A84F}" srcOrd="1" destOrd="0" presId="urn:microsoft.com/office/officeart/2005/8/layout/hierarchy1"/>
    <dgm:cxn modelId="{C9F2D24B-5943-47B2-98EC-02E6E523FBA2}" type="presParOf" srcId="{4EAD8336-D8CB-4F93-BA6E-905F3CC5A84F}" destId="{FAD66DFB-17A4-43E5-9DEA-B7D3004CED3C}" srcOrd="0" destOrd="0" presId="urn:microsoft.com/office/officeart/2005/8/layout/hierarchy1"/>
    <dgm:cxn modelId="{2703EF47-3158-4EA9-BDFC-37E10F822990}" type="presParOf" srcId="{FAD66DFB-17A4-43E5-9DEA-B7D3004CED3C}" destId="{4C3D952E-1A38-4A93-BEBB-8AF48C0DAE3C}" srcOrd="0" destOrd="0" presId="urn:microsoft.com/office/officeart/2005/8/layout/hierarchy1"/>
    <dgm:cxn modelId="{F250EAF3-479C-4E5F-A355-7AFA94F9BAC8}" type="presParOf" srcId="{FAD66DFB-17A4-43E5-9DEA-B7D3004CED3C}" destId="{2FA7F717-C640-4CF6-9BB2-1A33FB953554}" srcOrd="1" destOrd="0" presId="urn:microsoft.com/office/officeart/2005/8/layout/hierarchy1"/>
    <dgm:cxn modelId="{A9156352-E294-4077-AD45-E7CB6447082F}" type="presParOf" srcId="{4EAD8336-D8CB-4F93-BA6E-905F3CC5A84F}" destId="{EFF18E54-B86A-49C0-8957-AAD3F835D6C1}" srcOrd="1" destOrd="0" presId="urn:microsoft.com/office/officeart/2005/8/layout/hierarchy1"/>
    <dgm:cxn modelId="{168A3462-4C72-4F79-A32B-402A2DF1295B}" type="presParOf" srcId="{3E8DE3F4-7908-4339-8675-669B68B2C225}" destId="{D0FDE020-6A3A-4A57-BE50-A640BA095DE5}" srcOrd="2" destOrd="0" presId="urn:microsoft.com/office/officeart/2005/8/layout/hierarchy1"/>
    <dgm:cxn modelId="{4E0D6B63-16FF-4DD6-BB54-BEA5DB455F57}" type="presParOf" srcId="{D0FDE020-6A3A-4A57-BE50-A640BA095DE5}" destId="{200A14D8-DB8F-49AA-81A9-9D814929FAB6}" srcOrd="0" destOrd="0" presId="urn:microsoft.com/office/officeart/2005/8/layout/hierarchy1"/>
    <dgm:cxn modelId="{073C96E5-22F8-4CDC-8E30-2E6CB090898B}" type="presParOf" srcId="{200A14D8-DB8F-49AA-81A9-9D814929FAB6}" destId="{C7DDDD49-86CD-4BE4-BCE3-BA4F7C7AD526}" srcOrd="0" destOrd="0" presId="urn:microsoft.com/office/officeart/2005/8/layout/hierarchy1"/>
    <dgm:cxn modelId="{147A6AE1-C1E6-4627-9947-8349D1DF1A2C}" type="presParOf" srcId="{200A14D8-DB8F-49AA-81A9-9D814929FAB6}" destId="{59B14539-B009-4FD8-A56C-32A8EADE62E9}" srcOrd="1" destOrd="0" presId="urn:microsoft.com/office/officeart/2005/8/layout/hierarchy1"/>
    <dgm:cxn modelId="{0B503424-EDDE-49B9-90DC-B83A85A6D90F}" type="presParOf" srcId="{D0FDE020-6A3A-4A57-BE50-A640BA095DE5}" destId="{880EEEF0-089E-47F7-A6F7-2E185DEDE4F6}" srcOrd="1" destOrd="0" presId="urn:microsoft.com/office/officeart/2005/8/layout/hierarchy1"/>
    <dgm:cxn modelId="{A1D767C6-1921-4511-902A-D12CAE146FE0}" type="presParOf" srcId="{3E8DE3F4-7908-4339-8675-669B68B2C225}" destId="{C0386407-5AFB-43F4-BD6B-EF3895DA406A}" srcOrd="3" destOrd="0" presId="urn:microsoft.com/office/officeart/2005/8/layout/hierarchy1"/>
    <dgm:cxn modelId="{0043CA32-3CAE-4DE6-98FB-F593B1AADE66}" type="presParOf" srcId="{C0386407-5AFB-43F4-BD6B-EF3895DA406A}" destId="{0F22BCD0-F085-4501-9BA7-A98A3C07F1A8}" srcOrd="0" destOrd="0" presId="urn:microsoft.com/office/officeart/2005/8/layout/hierarchy1"/>
    <dgm:cxn modelId="{D33AB6E7-F4BE-4704-92ED-2C56016D5078}" type="presParOf" srcId="{0F22BCD0-F085-4501-9BA7-A98A3C07F1A8}" destId="{AADAF593-00F0-4AA6-8250-D8E02C724634}" srcOrd="0" destOrd="0" presId="urn:microsoft.com/office/officeart/2005/8/layout/hierarchy1"/>
    <dgm:cxn modelId="{303ADE94-183D-49F5-85CF-B69DB32B2C53}" type="presParOf" srcId="{0F22BCD0-F085-4501-9BA7-A98A3C07F1A8}" destId="{15EB07A8-D185-4261-B3E2-A255503E1F63}" srcOrd="1" destOrd="0" presId="urn:microsoft.com/office/officeart/2005/8/layout/hierarchy1"/>
    <dgm:cxn modelId="{69A76BEE-6136-4ABA-9CB3-ED150D003159}" type="presParOf" srcId="{C0386407-5AFB-43F4-BD6B-EF3895DA406A}" destId="{E9313663-BCA4-4A7A-9161-81BD484A308A}" srcOrd="1" destOrd="0" presId="urn:microsoft.com/office/officeart/2005/8/layout/hierarchy1"/>
    <dgm:cxn modelId="{BC866A9A-75C7-4ED3-BD8F-1E30C3E6D503}" type="presParOf" srcId="{3E8DE3F4-7908-4339-8675-669B68B2C225}" destId="{9FE605F5-F745-4353-B3F1-70374CD8F316}" srcOrd="4" destOrd="0" presId="urn:microsoft.com/office/officeart/2005/8/layout/hierarchy1"/>
    <dgm:cxn modelId="{29FF4C0A-1B2D-46F0-84C6-5E6BEDA62223}" type="presParOf" srcId="{9FE605F5-F745-4353-B3F1-70374CD8F316}" destId="{4393B740-BF3B-4FF4-B521-703A3F18668B}" srcOrd="0" destOrd="0" presId="urn:microsoft.com/office/officeart/2005/8/layout/hierarchy1"/>
    <dgm:cxn modelId="{F6B9EF97-F04F-4499-B0F6-3B230A25C477}" type="presParOf" srcId="{4393B740-BF3B-4FF4-B521-703A3F18668B}" destId="{A0859169-3043-4BE0-9222-49FC0DE2C158}" srcOrd="0" destOrd="0" presId="urn:microsoft.com/office/officeart/2005/8/layout/hierarchy1"/>
    <dgm:cxn modelId="{C9EDD08D-32AB-4D1B-9D41-C3A7E364E21F}" type="presParOf" srcId="{4393B740-BF3B-4FF4-B521-703A3F18668B}" destId="{5519E62A-EF0B-494F-8951-C7B38A1CC0B3}" srcOrd="1" destOrd="0" presId="urn:microsoft.com/office/officeart/2005/8/layout/hierarchy1"/>
    <dgm:cxn modelId="{F10DC5C8-1BCC-4FB3-89FB-5BE95497EF81}" type="presParOf" srcId="{9FE605F5-F745-4353-B3F1-70374CD8F316}" destId="{3F2F067C-B731-4319-84E8-D78E15A91AF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46553A0-C662-4BC6-AD45-BD662449740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D34F6E-9F77-4312-BF0A-032E0E9EF91B}">
      <dgm:prSet/>
      <dgm:spPr/>
      <dgm:t>
        <a:bodyPr/>
        <a:lstStyle/>
        <a:p>
          <a:r>
            <a:rPr lang="en-US"/>
            <a:t>Detect brief</a:t>
          </a:r>
        </a:p>
      </dgm:t>
    </dgm:pt>
    <dgm:pt modelId="{88140F3C-44B1-4457-859F-B56263F8DDB2}" type="parTrans" cxnId="{8FDCF251-90F0-4F0A-B3D4-8056781C6DD9}">
      <dgm:prSet/>
      <dgm:spPr/>
      <dgm:t>
        <a:bodyPr/>
        <a:lstStyle/>
        <a:p>
          <a:endParaRPr lang="en-US"/>
        </a:p>
      </dgm:t>
    </dgm:pt>
    <dgm:pt modelId="{8BAA5DF5-BD3C-485C-8647-A4A64179A3D1}" type="sibTrans" cxnId="{8FDCF251-90F0-4F0A-B3D4-8056781C6DD9}">
      <dgm:prSet/>
      <dgm:spPr/>
      <dgm:t>
        <a:bodyPr/>
        <a:lstStyle/>
        <a:p>
          <a:endParaRPr lang="en-US"/>
        </a:p>
      </dgm:t>
    </dgm:pt>
    <dgm:pt modelId="{A0F08D97-B620-4A62-BE73-AD962825E32B}">
      <dgm:prSet/>
      <dgm:spPr/>
      <dgm:t>
        <a:bodyPr/>
        <a:lstStyle/>
        <a:p>
          <a:r>
            <a:rPr lang="en-US"/>
            <a:t>Parse data</a:t>
          </a:r>
        </a:p>
      </dgm:t>
    </dgm:pt>
    <dgm:pt modelId="{AE1EDBF6-DB19-4CDF-A58D-2AC0FD961A81}" type="parTrans" cxnId="{53E5E631-F373-49CE-A430-D3166E9CFC0A}">
      <dgm:prSet/>
      <dgm:spPr/>
      <dgm:t>
        <a:bodyPr/>
        <a:lstStyle/>
        <a:p>
          <a:endParaRPr lang="en-US"/>
        </a:p>
      </dgm:t>
    </dgm:pt>
    <dgm:pt modelId="{C4BC58EB-7AEC-4EBB-B8CB-FDD2D1624192}" type="sibTrans" cxnId="{53E5E631-F373-49CE-A430-D3166E9CFC0A}">
      <dgm:prSet/>
      <dgm:spPr/>
      <dgm:t>
        <a:bodyPr/>
        <a:lstStyle/>
        <a:p>
          <a:endParaRPr lang="en-US"/>
        </a:p>
      </dgm:t>
    </dgm:pt>
    <dgm:pt modelId="{295D05AF-FE34-4E2D-8332-97CBA99F138D}">
      <dgm:prSet/>
      <dgm:spPr/>
      <dgm:t>
        <a:bodyPr/>
        <a:lstStyle/>
        <a:p>
          <a:r>
            <a:rPr lang="en-US"/>
            <a:t>Retrieve the content </a:t>
          </a:r>
        </a:p>
      </dgm:t>
    </dgm:pt>
    <dgm:pt modelId="{47329548-66B0-4239-A269-6EA108AB9025}" type="parTrans" cxnId="{9755FDB2-5F71-426C-A5BA-095607B52797}">
      <dgm:prSet/>
      <dgm:spPr/>
      <dgm:t>
        <a:bodyPr/>
        <a:lstStyle/>
        <a:p>
          <a:endParaRPr lang="en-US"/>
        </a:p>
      </dgm:t>
    </dgm:pt>
    <dgm:pt modelId="{5990C166-04E2-4B54-9FAD-1C60F2DD12DE}" type="sibTrans" cxnId="{9755FDB2-5F71-426C-A5BA-095607B52797}">
      <dgm:prSet/>
      <dgm:spPr/>
      <dgm:t>
        <a:bodyPr/>
        <a:lstStyle/>
        <a:p>
          <a:endParaRPr lang="en-US"/>
        </a:p>
      </dgm:t>
    </dgm:pt>
    <dgm:pt modelId="{4F59E9B0-FAFD-434F-93BC-B27DAD54DAED}">
      <dgm:prSet/>
      <dgm:spPr/>
      <dgm:t>
        <a:bodyPr/>
        <a:lstStyle/>
        <a:p>
          <a:r>
            <a:rPr lang="en-US"/>
            <a:t>Interpret it </a:t>
          </a:r>
        </a:p>
      </dgm:t>
    </dgm:pt>
    <dgm:pt modelId="{6B307578-0AA5-46F5-AC36-8B18439FCFBF}" type="parTrans" cxnId="{04D4F209-2229-451F-A7BF-AEEC4FA4E445}">
      <dgm:prSet/>
      <dgm:spPr/>
      <dgm:t>
        <a:bodyPr/>
        <a:lstStyle/>
        <a:p>
          <a:endParaRPr lang="en-US"/>
        </a:p>
      </dgm:t>
    </dgm:pt>
    <dgm:pt modelId="{E0B2389D-AF68-4DFA-9B39-6F998EB73A66}" type="sibTrans" cxnId="{04D4F209-2229-451F-A7BF-AEEC4FA4E445}">
      <dgm:prSet/>
      <dgm:spPr/>
      <dgm:t>
        <a:bodyPr/>
        <a:lstStyle/>
        <a:p>
          <a:endParaRPr lang="en-US"/>
        </a:p>
      </dgm:t>
    </dgm:pt>
    <dgm:pt modelId="{59F731A1-EBB9-4AFB-9442-6199B13E7CE6}">
      <dgm:prSet/>
      <dgm:spPr/>
      <dgm:t>
        <a:bodyPr/>
        <a:lstStyle/>
        <a:p>
          <a:r>
            <a:rPr lang="en-US"/>
            <a:t>Route</a:t>
          </a:r>
        </a:p>
      </dgm:t>
    </dgm:pt>
    <dgm:pt modelId="{9BC7D6DE-D44F-4D2F-82FB-767A6F60C5FE}" type="parTrans" cxnId="{EA376930-E253-4ACA-8A9A-A5D7359DE340}">
      <dgm:prSet/>
      <dgm:spPr/>
      <dgm:t>
        <a:bodyPr/>
        <a:lstStyle/>
        <a:p>
          <a:endParaRPr lang="en-US"/>
        </a:p>
      </dgm:t>
    </dgm:pt>
    <dgm:pt modelId="{730D3E90-2A81-4F6D-8BAF-46022A9D2003}" type="sibTrans" cxnId="{EA376930-E253-4ACA-8A9A-A5D7359DE340}">
      <dgm:prSet/>
      <dgm:spPr/>
      <dgm:t>
        <a:bodyPr/>
        <a:lstStyle/>
        <a:p>
          <a:endParaRPr lang="en-US"/>
        </a:p>
      </dgm:t>
    </dgm:pt>
    <dgm:pt modelId="{246DB5A4-0F04-483B-8B53-A6BDBA6DDB7D}">
      <dgm:prSet/>
      <dgm:spPr/>
      <dgm:t>
        <a:bodyPr/>
        <a:lstStyle/>
        <a:p>
          <a:r>
            <a:rPr lang="en-US"/>
            <a:t>Generate the output</a:t>
          </a:r>
        </a:p>
      </dgm:t>
    </dgm:pt>
    <dgm:pt modelId="{8559AA16-668E-4E15-A8EB-1C8B7E7B18ED}" type="parTrans" cxnId="{0E8AB88E-7904-474F-AFCC-AD66007268B4}">
      <dgm:prSet/>
      <dgm:spPr/>
      <dgm:t>
        <a:bodyPr/>
        <a:lstStyle/>
        <a:p>
          <a:endParaRPr lang="en-US"/>
        </a:p>
      </dgm:t>
    </dgm:pt>
    <dgm:pt modelId="{0C3AF6BC-FE57-44C0-8D0C-87A2D0984E9F}" type="sibTrans" cxnId="{0E8AB88E-7904-474F-AFCC-AD66007268B4}">
      <dgm:prSet/>
      <dgm:spPr/>
      <dgm:t>
        <a:bodyPr/>
        <a:lstStyle/>
        <a:p>
          <a:endParaRPr lang="en-US"/>
        </a:p>
      </dgm:t>
    </dgm:pt>
    <dgm:pt modelId="{378323D2-7739-49ED-81C1-F00E5CE8BE51}" type="pres">
      <dgm:prSet presAssocID="{E46553A0-C662-4BC6-AD45-BD662449740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9B5A8C-D500-4074-9739-F5BA0B349502}" type="pres">
      <dgm:prSet presAssocID="{6AD34F6E-9F77-4312-BF0A-032E0E9EF91B}" presName="hierRoot1" presStyleCnt="0"/>
      <dgm:spPr/>
    </dgm:pt>
    <dgm:pt modelId="{F764D3FB-7BEC-4111-B88A-3594065E3A24}" type="pres">
      <dgm:prSet presAssocID="{6AD34F6E-9F77-4312-BF0A-032E0E9EF91B}" presName="composite" presStyleCnt="0"/>
      <dgm:spPr/>
    </dgm:pt>
    <dgm:pt modelId="{A28B604F-D04A-4474-B45B-44A33C48FACC}" type="pres">
      <dgm:prSet presAssocID="{6AD34F6E-9F77-4312-BF0A-032E0E9EF91B}" presName="background" presStyleLbl="node0" presStyleIdx="0" presStyleCnt="6"/>
      <dgm:spPr/>
    </dgm:pt>
    <dgm:pt modelId="{11B4A8D7-2334-43FB-A8E4-2282B1232C9E}" type="pres">
      <dgm:prSet presAssocID="{6AD34F6E-9F77-4312-BF0A-032E0E9EF91B}" presName="text" presStyleLbl="fgAcc0" presStyleIdx="0" presStyleCnt="6">
        <dgm:presLayoutVars>
          <dgm:chPref val="3"/>
        </dgm:presLayoutVars>
      </dgm:prSet>
      <dgm:spPr/>
    </dgm:pt>
    <dgm:pt modelId="{9337CC31-A192-449E-BF19-6B029042F2A4}" type="pres">
      <dgm:prSet presAssocID="{6AD34F6E-9F77-4312-BF0A-032E0E9EF91B}" presName="hierChild2" presStyleCnt="0"/>
      <dgm:spPr/>
    </dgm:pt>
    <dgm:pt modelId="{3B89D7D1-54E5-4D7C-9328-C086A29E7E9F}" type="pres">
      <dgm:prSet presAssocID="{A0F08D97-B620-4A62-BE73-AD962825E32B}" presName="hierRoot1" presStyleCnt="0"/>
      <dgm:spPr/>
    </dgm:pt>
    <dgm:pt modelId="{63F4D8EC-78E4-40EA-8EE3-5229EAD19578}" type="pres">
      <dgm:prSet presAssocID="{A0F08D97-B620-4A62-BE73-AD962825E32B}" presName="composite" presStyleCnt="0"/>
      <dgm:spPr/>
    </dgm:pt>
    <dgm:pt modelId="{31D645DF-2503-4692-BB9A-53D0E54E75D0}" type="pres">
      <dgm:prSet presAssocID="{A0F08D97-B620-4A62-BE73-AD962825E32B}" presName="background" presStyleLbl="node0" presStyleIdx="1" presStyleCnt="6"/>
      <dgm:spPr/>
    </dgm:pt>
    <dgm:pt modelId="{11B736CE-FCFD-4855-82E6-5BE8778BAA33}" type="pres">
      <dgm:prSet presAssocID="{A0F08D97-B620-4A62-BE73-AD962825E32B}" presName="text" presStyleLbl="fgAcc0" presStyleIdx="1" presStyleCnt="6">
        <dgm:presLayoutVars>
          <dgm:chPref val="3"/>
        </dgm:presLayoutVars>
      </dgm:prSet>
      <dgm:spPr/>
    </dgm:pt>
    <dgm:pt modelId="{E6424262-7072-4728-8095-A346FF9CB85F}" type="pres">
      <dgm:prSet presAssocID="{A0F08D97-B620-4A62-BE73-AD962825E32B}" presName="hierChild2" presStyleCnt="0"/>
      <dgm:spPr/>
    </dgm:pt>
    <dgm:pt modelId="{7C39EDB7-9BC3-458F-9885-629343723BE2}" type="pres">
      <dgm:prSet presAssocID="{295D05AF-FE34-4E2D-8332-97CBA99F138D}" presName="hierRoot1" presStyleCnt="0"/>
      <dgm:spPr/>
    </dgm:pt>
    <dgm:pt modelId="{57A27FDE-F4DB-4FBA-87C4-320B38B5EC65}" type="pres">
      <dgm:prSet presAssocID="{295D05AF-FE34-4E2D-8332-97CBA99F138D}" presName="composite" presStyleCnt="0"/>
      <dgm:spPr/>
    </dgm:pt>
    <dgm:pt modelId="{D730C4C3-C687-4D8A-8503-D5B069D9F162}" type="pres">
      <dgm:prSet presAssocID="{295D05AF-FE34-4E2D-8332-97CBA99F138D}" presName="background" presStyleLbl="node0" presStyleIdx="2" presStyleCnt="6"/>
      <dgm:spPr/>
    </dgm:pt>
    <dgm:pt modelId="{56CA397F-5DD2-4DF1-8F26-18B34EE3C03D}" type="pres">
      <dgm:prSet presAssocID="{295D05AF-FE34-4E2D-8332-97CBA99F138D}" presName="text" presStyleLbl="fgAcc0" presStyleIdx="2" presStyleCnt="6">
        <dgm:presLayoutVars>
          <dgm:chPref val="3"/>
        </dgm:presLayoutVars>
      </dgm:prSet>
      <dgm:spPr/>
    </dgm:pt>
    <dgm:pt modelId="{069D3E6A-F63E-4B3E-864A-3DA48EF4D83B}" type="pres">
      <dgm:prSet presAssocID="{295D05AF-FE34-4E2D-8332-97CBA99F138D}" presName="hierChild2" presStyleCnt="0"/>
      <dgm:spPr/>
    </dgm:pt>
    <dgm:pt modelId="{DB6F31FD-4723-49D8-8850-7F72B8FA5FBE}" type="pres">
      <dgm:prSet presAssocID="{4F59E9B0-FAFD-434F-93BC-B27DAD54DAED}" presName="hierRoot1" presStyleCnt="0"/>
      <dgm:spPr/>
    </dgm:pt>
    <dgm:pt modelId="{234CBADC-DE97-4C68-895D-C693B74E2B33}" type="pres">
      <dgm:prSet presAssocID="{4F59E9B0-FAFD-434F-93BC-B27DAD54DAED}" presName="composite" presStyleCnt="0"/>
      <dgm:spPr/>
    </dgm:pt>
    <dgm:pt modelId="{CD12F664-9B55-49FF-8A20-C38ACA495B89}" type="pres">
      <dgm:prSet presAssocID="{4F59E9B0-FAFD-434F-93BC-B27DAD54DAED}" presName="background" presStyleLbl="node0" presStyleIdx="3" presStyleCnt="6"/>
      <dgm:spPr/>
    </dgm:pt>
    <dgm:pt modelId="{349B163F-B660-4CA1-9C3B-1C9AC6E3C2F6}" type="pres">
      <dgm:prSet presAssocID="{4F59E9B0-FAFD-434F-93BC-B27DAD54DAED}" presName="text" presStyleLbl="fgAcc0" presStyleIdx="3" presStyleCnt="6">
        <dgm:presLayoutVars>
          <dgm:chPref val="3"/>
        </dgm:presLayoutVars>
      </dgm:prSet>
      <dgm:spPr/>
    </dgm:pt>
    <dgm:pt modelId="{49EB4248-F69E-4E70-9707-F9E62A6FCD49}" type="pres">
      <dgm:prSet presAssocID="{4F59E9B0-FAFD-434F-93BC-B27DAD54DAED}" presName="hierChild2" presStyleCnt="0"/>
      <dgm:spPr/>
    </dgm:pt>
    <dgm:pt modelId="{95D0B33D-D5B5-48BB-BBFB-B89EC307396A}" type="pres">
      <dgm:prSet presAssocID="{59F731A1-EBB9-4AFB-9442-6199B13E7CE6}" presName="hierRoot1" presStyleCnt="0"/>
      <dgm:spPr/>
    </dgm:pt>
    <dgm:pt modelId="{E84AAE51-331B-4D23-B7D3-4EE4A15CCCE4}" type="pres">
      <dgm:prSet presAssocID="{59F731A1-EBB9-4AFB-9442-6199B13E7CE6}" presName="composite" presStyleCnt="0"/>
      <dgm:spPr/>
    </dgm:pt>
    <dgm:pt modelId="{7801D0A3-FDBD-4E31-BC16-28E8E6BBA810}" type="pres">
      <dgm:prSet presAssocID="{59F731A1-EBB9-4AFB-9442-6199B13E7CE6}" presName="background" presStyleLbl="node0" presStyleIdx="4" presStyleCnt="6"/>
      <dgm:spPr/>
    </dgm:pt>
    <dgm:pt modelId="{A0697E92-985D-4F52-8EB5-9FADFDB5EAE7}" type="pres">
      <dgm:prSet presAssocID="{59F731A1-EBB9-4AFB-9442-6199B13E7CE6}" presName="text" presStyleLbl="fgAcc0" presStyleIdx="4" presStyleCnt="6">
        <dgm:presLayoutVars>
          <dgm:chPref val="3"/>
        </dgm:presLayoutVars>
      </dgm:prSet>
      <dgm:spPr/>
    </dgm:pt>
    <dgm:pt modelId="{4886212B-5CF4-43F7-B0B0-71FE6770EB6C}" type="pres">
      <dgm:prSet presAssocID="{59F731A1-EBB9-4AFB-9442-6199B13E7CE6}" presName="hierChild2" presStyleCnt="0"/>
      <dgm:spPr/>
    </dgm:pt>
    <dgm:pt modelId="{F79160D1-BD6B-4E04-824F-43CEC57BE761}" type="pres">
      <dgm:prSet presAssocID="{246DB5A4-0F04-483B-8B53-A6BDBA6DDB7D}" presName="hierRoot1" presStyleCnt="0"/>
      <dgm:spPr/>
    </dgm:pt>
    <dgm:pt modelId="{2F47E6D4-72DD-477D-AA63-89482043912D}" type="pres">
      <dgm:prSet presAssocID="{246DB5A4-0F04-483B-8B53-A6BDBA6DDB7D}" presName="composite" presStyleCnt="0"/>
      <dgm:spPr/>
    </dgm:pt>
    <dgm:pt modelId="{BA7F8621-6F27-4DE1-B394-E35ACD146FA0}" type="pres">
      <dgm:prSet presAssocID="{246DB5A4-0F04-483B-8B53-A6BDBA6DDB7D}" presName="background" presStyleLbl="node0" presStyleIdx="5" presStyleCnt="6"/>
      <dgm:spPr/>
    </dgm:pt>
    <dgm:pt modelId="{EADCD6B9-A989-42E5-9DCF-3C7193C35C53}" type="pres">
      <dgm:prSet presAssocID="{246DB5A4-0F04-483B-8B53-A6BDBA6DDB7D}" presName="text" presStyleLbl="fgAcc0" presStyleIdx="5" presStyleCnt="6">
        <dgm:presLayoutVars>
          <dgm:chPref val="3"/>
        </dgm:presLayoutVars>
      </dgm:prSet>
      <dgm:spPr/>
    </dgm:pt>
    <dgm:pt modelId="{ABD61C1F-15B1-4FD4-AA02-39F71312F703}" type="pres">
      <dgm:prSet presAssocID="{246DB5A4-0F04-483B-8B53-A6BDBA6DDB7D}" presName="hierChild2" presStyleCnt="0"/>
      <dgm:spPr/>
    </dgm:pt>
  </dgm:ptLst>
  <dgm:cxnLst>
    <dgm:cxn modelId="{04D4F209-2229-451F-A7BF-AEEC4FA4E445}" srcId="{E46553A0-C662-4BC6-AD45-BD662449740A}" destId="{4F59E9B0-FAFD-434F-93BC-B27DAD54DAED}" srcOrd="3" destOrd="0" parTransId="{6B307578-0AA5-46F5-AC36-8B18439FCFBF}" sibTransId="{E0B2389D-AF68-4DFA-9B39-6F998EB73A66}"/>
    <dgm:cxn modelId="{EA376930-E253-4ACA-8A9A-A5D7359DE340}" srcId="{E46553A0-C662-4BC6-AD45-BD662449740A}" destId="{59F731A1-EBB9-4AFB-9442-6199B13E7CE6}" srcOrd="4" destOrd="0" parTransId="{9BC7D6DE-D44F-4D2F-82FB-767A6F60C5FE}" sibTransId="{730D3E90-2A81-4F6D-8BAF-46022A9D2003}"/>
    <dgm:cxn modelId="{53E5E631-F373-49CE-A430-D3166E9CFC0A}" srcId="{E46553A0-C662-4BC6-AD45-BD662449740A}" destId="{A0F08D97-B620-4A62-BE73-AD962825E32B}" srcOrd="1" destOrd="0" parTransId="{AE1EDBF6-DB19-4CDF-A58D-2AC0FD961A81}" sibTransId="{C4BC58EB-7AEC-4EBB-B8CB-FDD2D1624192}"/>
    <dgm:cxn modelId="{C710D832-0CDF-4854-957C-04E382E55F20}" type="presOf" srcId="{295D05AF-FE34-4E2D-8332-97CBA99F138D}" destId="{56CA397F-5DD2-4DF1-8F26-18B34EE3C03D}" srcOrd="0" destOrd="0" presId="urn:microsoft.com/office/officeart/2005/8/layout/hierarchy1"/>
    <dgm:cxn modelId="{6D6FC848-CBAC-442C-A18C-F6949412E435}" type="presOf" srcId="{59F731A1-EBB9-4AFB-9442-6199B13E7CE6}" destId="{A0697E92-985D-4F52-8EB5-9FADFDB5EAE7}" srcOrd="0" destOrd="0" presId="urn:microsoft.com/office/officeart/2005/8/layout/hierarchy1"/>
    <dgm:cxn modelId="{47F78E4A-847E-40EA-9D85-A396BEFEE316}" type="presOf" srcId="{246DB5A4-0F04-483B-8B53-A6BDBA6DDB7D}" destId="{EADCD6B9-A989-42E5-9DCF-3C7193C35C53}" srcOrd="0" destOrd="0" presId="urn:microsoft.com/office/officeart/2005/8/layout/hierarchy1"/>
    <dgm:cxn modelId="{8FDCF251-90F0-4F0A-B3D4-8056781C6DD9}" srcId="{E46553A0-C662-4BC6-AD45-BD662449740A}" destId="{6AD34F6E-9F77-4312-BF0A-032E0E9EF91B}" srcOrd="0" destOrd="0" parTransId="{88140F3C-44B1-4457-859F-B56263F8DDB2}" sibTransId="{8BAA5DF5-BD3C-485C-8647-A4A64179A3D1}"/>
    <dgm:cxn modelId="{42B2B672-9C42-4829-9846-B68F10F589B3}" type="presOf" srcId="{E46553A0-C662-4BC6-AD45-BD662449740A}" destId="{378323D2-7739-49ED-81C1-F00E5CE8BE51}" srcOrd="0" destOrd="0" presId="urn:microsoft.com/office/officeart/2005/8/layout/hierarchy1"/>
    <dgm:cxn modelId="{0E8AB88E-7904-474F-AFCC-AD66007268B4}" srcId="{E46553A0-C662-4BC6-AD45-BD662449740A}" destId="{246DB5A4-0F04-483B-8B53-A6BDBA6DDB7D}" srcOrd="5" destOrd="0" parTransId="{8559AA16-668E-4E15-A8EB-1C8B7E7B18ED}" sibTransId="{0C3AF6BC-FE57-44C0-8D0C-87A2D0984E9F}"/>
    <dgm:cxn modelId="{9755FDB2-5F71-426C-A5BA-095607B52797}" srcId="{E46553A0-C662-4BC6-AD45-BD662449740A}" destId="{295D05AF-FE34-4E2D-8332-97CBA99F138D}" srcOrd="2" destOrd="0" parTransId="{47329548-66B0-4239-A269-6EA108AB9025}" sibTransId="{5990C166-04E2-4B54-9FAD-1C60F2DD12DE}"/>
    <dgm:cxn modelId="{2D235BBD-4E48-433C-A66B-960CEFC5059B}" type="presOf" srcId="{6AD34F6E-9F77-4312-BF0A-032E0E9EF91B}" destId="{11B4A8D7-2334-43FB-A8E4-2282B1232C9E}" srcOrd="0" destOrd="0" presId="urn:microsoft.com/office/officeart/2005/8/layout/hierarchy1"/>
    <dgm:cxn modelId="{6E8E28D2-9112-4C7B-BC34-DE699251AF1D}" type="presOf" srcId="{4F59E9B0-FAFD-434F-93BC-B27DAD54DAED}" destId="{349B163F-B660-4CA1-9C3B-1C9AC6E3C2F6}" srcOrd="0" destOrd="0" presId="urn:microsoft.com/office/officeart/2005/8/layout/hierarchy1"/>
    <dgm:cxn modelId="{63B781DA-B8F2-470F-8B64-09F81C64A457}" type="presOf" srcId="{A0F08D97-B620-4A62-BE73-AD962825E32B}" destId="{11B736CE-FCFD-4855-82E6-5BE8778BAA33}" srcOrd="0" destOrd="0" presId="urn:microsoft.com/office/officeart/2005/8/layout/hierarchy1"/>
    <dgm:cxn modelId="{551CB6E4-5C99-4954-8087-021D65F085A7}" type="presParOf" srcId="{378323D2-7739-49ED-81C1-F00E5CE8BE51}" destId="{B69B5A8C-D500-4074-9739-F5BA0B349502}" srcOrd="0" destOrd="0" presId="urn:microsoft.com/office/officeart/2005/8/layout/hierarchy1"/>
    <dgm:cxn modelId="{0DDF4FA9-2969-4E35-906F-978AE5881D4A}" type="presParOf" srcId="{B69B5A8C-D500-4074-9739-F5BA0B349502}" destId="{F764D3FB-7BEC-4111-B88A-3594065E3A24}" srcOrd="0" destOrd="0" presId="urn:microsoft.com/office/officeart/2005/8/layout/hierarchy1"/>
    <dgm:cxn modelId="{38EC6B99-618C-466B-BBDB-75E05F913C72}" type="presParOf" srcId="{F764D3FB-7BEC-4111-B88A-3594065E3A24}" destId="{A28B604F-D04A-4474-B45B-44A33C48FACC}" srcOrd="0" destOrd="0" presId="urn:microsoft.com/office/officeart/2005/8/layout/hierarchy1"/>
    <dgm:cxn modelId="{0110634F-D351-4A7B-B7DF-A6989DBD06C7}" type="presParOf" srcId="{F764D3FB-7BEC-4111-B88A-3594065E3A24}" destId="{11B4A8D7-2334-43FB-A8E4-2282B1232C9E}" srcOrd="1" destOrd="0" presId="urn:microsoft.com/office/officeart/2005/8/layout/hierarchy1"/>
    <dgm:cxn modelId="{4C6B2FF0-D0FE-4C43-8ED6-E52851A45509}" type="presParOf" srcId="{B69B5A8C-D500-4074-9739-F5BA0B349502}" destId="{9337CC31-A192-449E-BF19-6B029042F2A4}" srcOrd="1" destOrd="0" presId="urn:microsoft.com/office/officeart/2005/8/layout/hierarchy1"/>
    <dgm:cxn modelId="{B97106BD-CCC7-4CDA-8791-C964605CE23E}" type="presParOf" srcId="{378323D2-7739-49ED-81C1-F00E5CE8BE51}" destId="{3B89D7D1-54E5-4D7C-9328-C086A29E7E9F}" srcOrd="1" destOrd="0" presId="urn:microsoft.com/office/officeart/2005/8/layout/hierarchy1"/>
    <dgm:cxn modelId="{297E7492-B42A-42F4-8B0B-562491A72320}" type="presParOf" srcId="{3B89D7D1-54E5-4D7C-9328-C086A29E7E9F}" destId="{63F4D8EC-78E4-40EA-8EE3-5229EAD19578}" srcOrd="0" destOrd="0" presId="urn:microsoft.com/office/officeart/2005/8/layout/hierarchy1"/>
    <dgm:cxn modelId="{4F441F03-532A-4995-8ECA-1AA146CDC776}" type="presParOf" srcId="{63F4D8EC-78E4-40EA-8EE3-5229EAD19578}" destId="{31D645DF-2503-4692-BB9A-53D0E54E75D0}" srcOrd="0" destOrd="0" presId="urn:microsoft.com/office/officeart/2005/8/layout/hierarchy1"/>
    <dgm:cxn modelId="{C03945BD-CF8C-46F6-87B6-2E8F87D6F990}" type="presParOf" srcId="{63F4D8EC-78E4-40EA-8EE3-5229EAD19578}" destId="{11B736CE-FCFD-4855-82E6-5BE8778BAA33}" srcOrd="1" destOrd="0" presId="urn:microsoft.com/office/officeart/2005/8/layout/hierarchy1"/>
    <dgm:cxn modelId="{5E34EF0F-448D-4349-8F24-66ED90D0CF70}" type="presParOf" srcId="{3B89D7D1-54E5-4D7C-9328-C086A29E7E9F}" destId="{E6424262-7072-4728-8095-A346FF9CB85F}" srcOrd="1" destOrd="0" presId="urn:microsoft.com/office/officeart/2005/8/layout/hierarchy1"/>
    <dgm:cxn modelId="{0107EAD5-FD97-4F30-B708-29BC823BFAD4}" type="presParOf" srcId="{378323D2-7739-49ED-81C1-F00E5CE8BE51}" destId="{7C39EDB7-9BC3-458F-9885-629343723BE2}" srcOrd="2" destOrd="0" presId="urn:microsoft.com/office/officeart/2005/8/layout/hierarchy1"/>
    <dgm:cxn modelId="{316D2B6B-C800-4BE1-924F-D8753A11181F}" type="presParOf" srcId="{7C39EDB7-9BC3-458F-9885-629343723BE2}" destId="{57A27FDE-F4DB-4FBA-87C4-320B38B5EC65}" srcOrd="0" destOrd="0" presId="urn:microsoft.com/office/officeart/2005/8/layout/hierarchy1"/>
    <dgm:cxn modelId="{9FD732F1-444D-42CB-A477-90941E3D105D}" type="presParOf" srcId="{57A27FDE-F4DB-4FBA-87C4-320B38B5EC65}" destId="{D730C4C3-C687-4D8A-8503-D5B069D9F162}" srcOrd="0" destOrd="0" presId="urn:microsoft.com/office/officeart/2005/8/layout/hierarchy1"/>
    <dgm:cxn modelId="{8D2F0895-B8C3-4475-AD06-1A1EB5E2D453}" type="presParOf" srcId="{57A27FDE-F4DB-4FBA-87C4-320B38B5EC65}" destId="{56CA397F-5DD2-4DF1-8F26-18B34EE3C03D}" srcOrd="1" destOrd="0" presId="urn:microsoft.com/office/officeart/2005/8/layout/hierarchy1"/>
    <dgm:cxn modelId="{D0592571-3BF2-4270-A2EE-1B357E6FE505}" type="presParOf" srcId="{7C39EDB7-9BC3-458F-9885-629343723BE2}" destId="{069D3E6A-F63E-4B3E-864A-3DA48EF4D83B}" srcOrd="1" destOrd="0" presId="urn:microsoft.com/office/officeart/2005/8/layout/hierarchy1"/>
    <dgm:cxn modelId="{C2197089-4BA4-4AC6-A77E-AFFA95F5F88C}" type="presParOf" srcId="{378323D2-7739-49ED-81C1-F00E5CE8BE51}" destId="{DB6F31FD-4723-49D8-8850-7F72B8FA5FBE}" srcOrd="3" destOrd="0" presId="urn:microsoft.com/office/officeart/2005/8/layout/hierarchy1"/>
    <dgm:cxn modelId="{E1DA41BD-00B0-4824-A2B4-A32D058C0EBF}" type="presParOf" srcId="{DB6F31FD-4723-49D8-8850-7F72B8FA5FBE}" destId="{234CBADC-DE97-4C68-895D-C693B74E2B33}" srcOrd="0" destOrd="0" presId="urn:microsoft.com/office/officeart/2005/8/layout/hierarchy1"/>
    <dgm:cxn modelId="{304632BE-D751-4FEE-9A7B-233795516AF7}" type="presParOf" srcId="{234CBADC-DE97-4C68-895D-C693B74E2B33}" destId="{CD12F664-9B55-49FF-8A20-C38ACA495B89}" srcOrd="0" destOrd="0" presId="urn:microsoft.com/office/officeart/2005/8/layout/hierarchy1"/>
    <dgm:cxn modelId="{E7956445-A19F-4D08-AD94-9D27DE6F72F3}" type="presParOf" srcId="{234CBADC-DE97-4C68-895D-C693B74E2B33}" destId="{349B163F-B660-4CA1-9C3B-1C9AC6E3C2F6}" srcOrd="1" destOrd="0" presId="urn:microsoft.com/office/officeart/2005/8/layout/hierarchy1"/>
    <dgm:cxn modelId="{79C9EDB5-646C-4E7B-83D2-C58809EFA15D}" type="presParOf" srcId="{DB6F31FD-4723-49D8-8850-7F72B8FA5FBE}" destId="{49EB4248-F69E-4E70-9707-F9E62A6FCD49}" srcOrd="1" destOrd="0" presId="urn:microsoft.com/office/officeart/2005/8/layout/hierarchy1"/>
    <dgm:cxn modelId="{93DE2E9C-4AFE-4656-8E22-1015D0B8CE78}" type="presParOf" srcId="{378323D2-7739-49ED-81C1-F00E5CE8BE51}" destId="{95D0B33D-D5B5-48BB-BBFB-B89EC307396A}" srcOrd="4" destOrd="0" presId="urn:microsoft.com/office/officeart/2005/8/layout/hierarchy1"/>
    <dgm:cxn modelId="{85E36ECE-2C21-4A11-AB67-7DA9296D83F0}" type="presParOf" srcId="{95D0B33D-D5B5-48BB-BBFB-B89EC307396A}" destId="{E84AAE51-331B-4D23-B7D3-4EE4A15CCCE4}" srcOrd="0" destOrd="0" presId="urn:microsoft.com/office/officeart/2005/8/layout/hierarchy1"/>
    <dgm:cxn modelId="{C7726EA2-96CC-4636-803E-565A75274BFA}" type="presParOf" srcId="{E84AAE51-331B-4D23-B7D3-4EE4A15CCCE4}" destId="{7801D0A3-FDBD-4E31-BC16-28E8E6BBA810}" srcOrd="0" destOrd="0" presId="urn:microsoft.com/office/officeart/2005/8/layout/hierarchy1"/>
    <dgm:cxn modelId="{A3156105-D748-4307-B78F-C0DA8CBBA178}" type="presParOf" srcId="{E84AAE51-331B-4D23-B7D3-4EE4A15CCCE4}" destId="{A0697E92-985D-4F52-8EB5-9FADFDB5EAE7}" srcOrd="1" destOrd="0" presId="urn:microsoft.com/office/officeart/2005/8/layout/hierarchy1"/>
    <dgm:cxn modelId="{5DA292A7-DA3D-4E18-9FE0-12B26A672E43}" type="presParOf" srcId="{95D0B33D-D5B5-48BB-BBFB-B89EC307396A}" destId="{4886212B-5CF4-43F7-B0B0-71FE6770EB6C}" srcOrd="1" destOrd="0" presId="urn:microsoft.com/office/officeart/2005/8/layout/hierarchy1"/>
    <dgm:cxn modelId="{86A11EE9-EFB5-4013-965E-42E103E99592}" type="presParOf" srcId="{378323D2-7739-49ED-81C1-F00E5CE8BE51}" destId="{F79160D1-BD6B-4E04-824F-43CEC57BE761}" srcOrd="5" destOrd="0" presId="urn:microsoft.com/office/officeart/2005/8/layout/hierarchy1"/>
    <dgm:cxn modelId="{187DDFAF-808F-4A3F-A24B-A690CA69607B}" type="presParOf" srcId="{F79160D1-BD6B-4E04-824F-43CEC57BE761}" destId="{2F47E6D4-72DD-477D-AA63-89482043912D}" srcOrd="0" destOrd="0" presId="urn:microsoft.com/office/officeart/2005/8/layout/hierarchy1"/>
    <dgm:cxn modelId="{328BC457-6A7B-44BE-B726-2B62C491B142}" type="presParOf" srcId="{2F47E6D4-72DD-477D-AA63-89482043912D}" destId="{BA7F8621-6F27-4DE1-B394-E35ACD146FA0}" srcOrd="0" destOrd="0" presId="urn:microsoft.com/office/officeart/2005/8/layout/hierarchy1"/>
    <dgm:cxn modelId="{3F50BA5D-5364-4709-986E-C03C9B5A4890}" type="presParOf" srcId="{2F47E6D4-72DD-477D-AA63-89482043912D}" destId="{EADCD6B9-A989-42E5-9DCF-3C7193C35C53}" srcOrd="1" destOrd="0" presId="urn:microsoft.com/office/officeart/2005/8/layout/hierarchy1"/>
    <dgm:cxn modelId="{CF578076-9815-4CB9-AD1C-9D16F159E0FB}" type="presParOf" srcId="{F79160D1-BD6B-4E04-824F-43CEC57BE761}" destId="{ABD61C1F-15B1-4FD4-AA02-39F71312F7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BA8383A-AC3A-4B06-A41E-89CE0EE152E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AC6C0A-D09E-4551-8C8F-B329BBED5A76}">
      <dgm:prSet/>
      <dgm:spPr/>
      <dgm:t>
        <a:bodyPr/>
        <a:lstStyle/>
        <a:p>
          <a:r>
            <a:rPr lang="en-US"/>
            <a:t>Missing fields – Asks for clarifications </a:t>
          </a:r>
        </a:p>
      </dgm:t>
    </dgm:pt>
    <dgm:pt modelId="{74DAE86E-0531-48AA-A688-082795B4F1E5}" type="parTrans" cxnId="{045B221B-BAB1-4DA4-BC89-DE97188C68BE}">
      <dgm:prSet/>
      <dgm:spPr/>
      <dgm:t>
        <a:bodyPr/>
        <a:lstStyle/>
        <a:p>
          <a:endParaRPr lang="en-US"/>
        </a:p>
      </dgm:t>
    </dgm:pt>
    <dgm:pt modelId="{67782FDC-77D0-45D0-A8D6-F023BCA9FF9F}" type="sibTrans" cxnId="{045B221B-BAB1-4DA4-BC89-DE97188C68BE}">
      <dgm:prSet/>
      <dgm:spPr/>
      <dgm:t>
        <a:bodyPr/>
        <a:lstStyle/>
        <a:p>
          <a:endParaRPr lang="en-US"/>
        </a:p>
      </dgm:t>
    </dgm:pt>
    <dgm:pt modelId="{F99929C9-6472-40FE-A4E7-559505924103}">
      <dgm:prSet/>
      <dgm:spPr/>
      <dgm:t>
        <a:bodyPr/>
        <a:lstStyle/>
        <a:p>
          <a:r>
            <a:rPr lang="en-US"/>
            <a:t>Unknown brand – Flag</a:t>
          </a:r>
        </a:p>
      </dgm:t>
    </dgm:pt>
    <dgm:pt modelId="{BF8371C7-5D39-49EB-8714-E74F72E92033}" type="parTrans" cxnId="{941AECE9-F552-40D9-A6D4-DD2D05546623}">
      <dgm:prSet/>
      <dgm:spPr/>
      <dgm:t>
        <a:bodyPr/>
        <a:lstStyle/>
        <a:p>
          <a:endParaRPr lang="en-US"/>
        </a:p>
      </dgm:t>
    </dgm:pt>
    <dgm:pt modelId="{8DC3CE05-6D83-4518-8BFD-941597CFD4B5}" type="sibTrans" cxnId="{941AECE9-F552-40D9-A6D4-DD2D05546623}">
      <dgm:prSet/>
      <dgm:spPr/>
      <dgm:t>
        <a:bodyPr/>
        <a:lstStyle/>
        <a:p>
          <a:endParaRPr lang="en-US"/>
        </a:p>
      </dgm:t>
    </dgm:pt>
    <dgm:pt modelId="{13791D5A-55B1-4D63-95F6-DE57307B30CF}">
      <dgm:prSet/>
      <dgm:spPr/>
      <dgm:t>
        <a:bodyPr/>
        <a:lstStyle/>
        <a:p>
          <a:r>
            <a:rPr lang="en-US"/>
            <a:t>Scriptwriter unavailable – Fallback </a:t>
          </a:r>
        </a:p>
      </dgm:t>
    </dgm:pt>
    <dgm:pt modelId="{2D741FC5-8127-4205-BE3F-AEEDD97DD957}" type="parTrans" cxnId="{9E822D84-BBB7-4548-8141-9A873BDEACBB}">
      <dgm:prSet/>
      <dgm:spPr/>
      <dgm:t>
        <a:bodyPr/>
        <a:lstStyle/>
        <a:p>
          <a:endParaRPr lang="en-US"/>
        </a:p>
      </dgm:t>
    </dgm:pt>
    <dgm:pt modelId="{F6264F47-C45C-4F8C-93E5-2B942299B92B}" type="sibTrans" cxnId="{9E822D84-BBB7-4548-8141-9A873BDEACBB}">
      <dgm:prSet/>
      <dgm:spPr/>
      <dgm:t>
        <a:bodyPr/>
        <a:lstStyle/>
        <a:p>
          <a:endParaRPr lang="en-US"/>
        </a:p>
      </dgm:t>
    </dgm:pt>
    <dgm:pt modelId="{A81A25D8-4BFC-408D-B7DD-0D1D5ADC7BE1}">
      <dgm:prSet/>
      <dgm:spPr/>
      <dgm:t>
        <a:bodyPr/>
        <a:lstStyle/>
        <a:p>
          <a:r>
            <a:rPr lang="en-US"/>
            <a:t>Broke URL – Continue safely </a:t>
          </a:r>
        </a:p>
      </dgm:t>
    </dgm:pt>
    <dgm:pt modelId="{37812B9F-BBF8-46AA-AC16-6CFBED2B5765}" type="parTrans" cxnId="{BDF552D0-D0D6-401F-A776-0AA5A7371A59}">
      <dgm:prSet/>
      <dgm:spPr/>
      <dgm:t>
        <a:bodyPr/>
        <a:lstStyle/>
        <a:p>
          <a:endParaRPr lang="en-US"/>
        </a:p>
      </dgm:t>
    </dgm:pt>
    <dgm:pt modelId="{A3C1B2DF-FB70-4DE8-A97D-CD0737A2E2B0}" type="sibTrans" cxnId="{BDF552D0-D0D6-401F-A776-0AA5A7371A59}">
      <dgm:prSet/>
      <dgm:spPr/>
      <dgm:t>
        <a:bodyPr/>
        <a:lstStyle/>
        <a:p>
          <a:endParaRPr lang="en-US"/>
        </a:p>
      </dgm:t>
    </dgm:pt>
    <dgm:pt modelId="{B82160B1-11A5-4267-828B-951C93DC674B}" type="pres">
      <dgm:prSet presAssocID="{5BA8383A-AC3A-4B06-A41E-89CE0EE152E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26BDFC7-81E0-452A-BC51-5CEE004BF54D}" type="pres">
      <dgm:prSet presAssocID="{8EAC6C0A-D09E-4551-8C8F-B329BBED5A76}" presName="hierRoot1" presStyleCnt="0"/>
      <dgm:spPr/>
    </dgm:pt>
    <dgm:pt modelId="{F8E4AA46-CADE-44DB-AA6E-BDDC77D10FB8}" type="pres">
      <dgm:prSet presAssocID="{8EAC6C0A-D09E-4551-8C8F-B329BBED5A76}" presName="composite" presStyleCnt="0"/>
      <dgm:spPr/>
    </dgm:pt>
    <dgm:pt modelId="{61497D42-D19B-42FD-B397-35122BAF1441}" type="pres">
      <dgm:prSet presAssocID="{8EAC6C0A-D09E-4551-8C8F-B329BBED5A76}" presName="background" presStyleLbl="node0" presStyleIdx="0" presStyleCnt="4"/>
      <dgm:spPr/>
    </dgm:pt>
    <dgm:pt modelId="{BA1772E7-E4F7-44D0-BD8C-20D6C2502490}" type="pres">
      <dgm:prSet presAssocID="{8EAC6C0A-D09E-4551-8C8F-B329BBED5A76}" presName="text" presStyleLbl="fgAcc0" presStyleIdx="0" presStyleCnt="4">
        <dgm:presLayoutVars>
          <dgm:chPref val="3"/>
        </dgm:presLayoutVars>
      </dgm:prSet>
      <dgm:spPr/>
    </dgm:pt>
    <dgm:pt modelId="{27999667-3763-4498-B382-57229BAA4B6D}" type="pres">
      <dgm:prSet presAssocID="{8EAC6C0A-D09E-4551-8C8F-B329BBED5A76}" presName="hierChild2" presStyleCnt="0"/>
      <dgm:spPr/>
    </dgm:pt>
    <dgm:pt modelId="{5A25437E-4C2E-4E1B-84AB-79C79ED4167F}" type="pres">
      <dgm:prSet presAssocID="{F99929C9-6472-40FE-A4E7-559505924103}" presName="hierRoot1" presStyleCnt="0"/>
      <dgm:spPr/>
    </dgm:pt>
    <dgm:pt modelId="{57A1674A-9D4B-4A73-888B-A5B734359BD1}" type="pres">
      <dgm:prSet presAssocID="{F99929C9-6472-40FE-A4E7-559505924103}" presName="composite" presStyleCnt="0"/>
      <dgm:spPr/>
    </dgm:pt>
    <dgm:pt modelId="{B917F3FB-C1F9-41BC-9931-EF5C77E0795F}" type="pres">
      <dgm:prSet presAssocID="{F99929C9-6472-40FE-A4E7-559505924103}" presName="background" presStyleLbl="node0" presStyleIdx="1" presStyleCnt="4"/>
      <dgm:spPr/>
    </dgm:pt>
    <dgm:pt modelId="{2662DE94-4988-4E3C-8BB7-F2D7766C5547}" type="pres">
      <dgm:prSet presAssocID="{F99929C9-6472-40FE-A4E7-559505924103}" presName="text" presStyleLbl="fgAcc0" presStyleIdx="1" presStyleCnt="4">
        <dgm:presLayoutVars>
          <dgm:chPref val="3"/>
        </dgm:presLayoutVars>
      </dgm:prSet>
      <dgm:spPr/>
    </dgm:pt>
    <dgm:pt modelId="{C0E5B13E-E3DB-46F2-AB85-5343EE6148FD}" type="pres">
      <dgm:prSet presAssocID="{F99929C9-6472-40FE-A4E7-559505924103}" presName="hierChild2" presStyleCnt="0"/>
      <dgm:spPr/>
    </dgm:pt>
    <dgm:pt modelId="{7426CFEA-D163-4803-B438-F0D2328AFEAE}" type="pres">
      <dgm:prSet presAssocID="{13791D5A-55B1-4D63-95F6-DE57307B30CF}" presName="hierRoot1" presStyleCnt="0"/>
      <dgm:spPr/>
    </dgm:pt>
    <dgm:pt modelId="{8FB0238C-BDB2-4E76-925C-606A88CB65C7}" type="pres">
      <dgm:prSet presAssocID="{13791D5A-55B1-4D63-95F6-DE57307B30CF}" presName="composite" presStyleCnt="0"/>
      <dgm:spPr/>
    </dgm:pt>
    <dgm:pt modelId="{D4E37AC7-473D-427B-B11F-45E11AF60C95}" type="pres">
      <dgm:prSet presAssocID="{13791D5A-55B1-4D63-95F6-DE57307B30CF}" presName="background" presStyleLbl="node0" presStyleIdx="2" presStyleCnt="4"/>
      <dgm:spPr/>
    </dgm:pt>
    <dgm:pt modelId="{E405F7C6-7D10-4763-9B3F-4687EEE69B95}" type="pres">
      <dgm:prSet presAssocID="{13791D5A-55B1-4D63-95F6-DE57307B30CF}" presName="text" presStyleLbl="fgAcc0" presStyleIdx="2" presStyleCnt="4">
        <dgm:presLayoutVars>
          <dgm:chPref val="3"/>
        </dgm:presLayoutVars>
      </dgm:prSet>
      <dgm:spPr/>
    </dgm:pt>
    <dgm:pt modelId="{9B83DD37-3E76-445B-A57D-B8945DF33B43}" type="pres">
      <dgm:prSet presAssocID="{13791D5A-55B1-4D63-95F6-DE57307B30CF}" presName="hierChild2" presStyleCnt="0"/>
      <dgm:spPr/>
    </dgm:pt>
    <dgm:pt modelId="{071D09BD-3D5C-4290-AD10-E8B009C70E47}" type="pres">
      <dgm:prSet presAssocID="{A81A25D8-4BFC-408D-B7DD-0D1D5ADC7BE1}" presName="hierRoot1" presStyleCnt="0"/>
      <dgm:spPr/>
    </dgm:pt>
    <dgm:pt modelId="{BEEBAAB4-2B77-4B39-9E8B-DF479EEFF051}" type="pres">
      <dgm:prSet presAssocID="{A81A25D8-4BFC-408D-B7DD-0D1D5ADC7BE1}" presName="composite" presStyleCnt="0"/>
      <dgm:spPr/>
    </dgm:pt>
    <dgm:pt modelId="{2F6FF5B5-6350-41E5-9AB6-E823DF8DEDAA}" type="pres">
      <dgm:prSet presAssocID="{A81A25D8-4BFC-408D-B7DD-0D1D5ADC7BE1}" presName="background" presStyleLbl="node0" presStyleIdx="3" presStyleCnt="4"/>
      <dgm:spPr/>
    </dgm:pt>
    <dgm:pt modelId="{616355B6-42AA-4E19-B24B-FA0CCB732391}" type="pres">
      <dgm:prSet presAssocID="{A81A25D8-4BFC-408D-B7DD-0D1D5ADC7BE1}" presName="text" presStyleLbl="fgAcc0" presStyleIdx="3" presStyleCnt="4">
        <dgm:presLayoutVars>
          <dgm:chPref val="3"/>
        </dgm:presLayoutVars>
      </dgm:prSet>
      <dgm:spPr/>
    </dgm:pt>
    <dgm:pt modelId="{276F23AA-B650-4DAF-94E7-5E586D5A8197}" type="pres">
      <dgm:prSet presAssocID="{A81A25D8-4BFC-408D-B7DD-0D1D5ADC7BE1}" presName="hierChild2" presStyleCnt="0"/>
      <dgm:spPr/>
    </dgm:pt>
  </dgm:ptLst>
  <dgm:cxnLst>
    <dgm:cxn modelId="{19C88519-CDA7-42D4-AF58-B45186270FD1}" type="presOf" srcId="{8EAC6C0A-D09E-4551-8C8F-B329BBED5A76}" destId="{BA1772E7-E4F7-44D0-BD8C-20D6C2502490}" srcOrd="0" destOrd="0" presId="urn:microsoft.com/office/officeart/2005/8/layout/hierarchy1"/>
    <dgm:cxn modelId="{045B221B-BAB1-4DA4-BC89-DE97188C68BE}" srcId="{5BA8383A-AC3A-4B06-A41E-89CE0EE152E7}" destId="{8EAC6C0A-D09E-4551-8C8F-B329BBED5A76}" srcOrd="0" destOrd="0" parTransId="{74DAE86E-0531-48AA-A688-082795B4F1E5}" sibTransId="{67782FDC-77D0-45D0-A8D6-F023BCA9FF9F}"/>
    <dgm:cxn modelId="{131CAF1F-1749-45BA-8DEE-1027C0C8539F}" type="presOf" srcId="{F99929C9-6472-40FE-A4E7-559505924103}" destId="{2662DE94-4988-4E3C-8BB7-F2D7766C5547}" srcOrd="0" destOrd="0" presId="urn:microsoft.com/office/officeart/2005/8/layout/hierarchy1"/>
    <dgm:cxn modelId="{6C25E422-1B40-45F0-AE34-E03FD838EFC4}" type="presOf" srcId="{13791D5A-55B1-4D63-95F6-DE57307B30CF}" destId="{E405F7C6-7D10-4763-9B3F-4687EEE69B95}" srcOrd="0" destOrd="0" presId="urn:microsoft.com/office/officeart/2005/8/layout/hierarchy1"/>
    <dgm:cxn modelId="{857A7371-0AF4-43FF-BD08-542D0C5A4982}" type="presOf" srcId="{A81A25D8-4BFC-408D-B7DD-0D1D5ADC7BE1}" destId="{616355B6-42AA-4E19-B24B-FA0CCB732391}" srcOrd="0" destOrd="0" presId="urn:microsoft.com/office/officeart/2005/8/layout/hierarchy1"/>
    <dgm:cxn modelId="{9E822D84-BBB7-4548-8141-9A873BDEACBB}" srcId="{5BA8383A-AC3A-4B06-A41E-89CE0EE152E7}" destId="{13791D5A-55B1-4D63-95F6-DE57307B30CF}" srcOrd="2" destOrd="0" parTransId="{2D741FC5-8127-4205-BE3F-AEEDD97DD957}" sibTransId="{F6264F47-C45C-4F8C-93E5-2B942299B92B}"/>
    <dgm:cxn modelId="{BDF552D0-D0D6-401F-A776-0AA5A7371A59}" srcId="{5BA8383A-AC3A-4B06-A41E-89CE0EE152E7}" destId="{A81A25D8-4BFC-408D-B7DD-0D1D5ADC7BE1}" srcOrd="3" destOrd="0" parTransId="{37812B9F-BBF8-46AA-AC16-6CFBED2B5765}" sibTransId="{A3C1B2DF-FB70-4DE8-A97D-CD0737A2E2B0}"/>
    <dgm:cxn modelId="{6F8FCCDA-5A33-481C-9709-3590977BB278}" type="presOf" srcId="{5BA8383A-AC3A-4B06-A41E-89CE0EE152E7}" destId="{B82160B1-11A5-4267-828B-951C93DC674B}" srcOrd="0" destOrd="0" presId="urn:microsoft.com/office/officeart/2005/8/layout/hierarchy1"/>
    <dgm:cxn modelId="{941AECE9-F552-40D9-A6D4-DD2D05546623}" srcId="{5BA8383A-AC3A-4B06-A41E-89CE0EE152E7}" destId="{F99929C9-6472-40FE-A4E7-559505924103}" srcOrd="1" destOrd="0" parTransId="{BF8371C7-5D39-49EB-8714-E74F72E92033}" sibTransId="{8DC3CE05-6D83-4518-8BFD-941597CFD4B5}"/>
    <dgm:cxn modelId="{11798D9D-F43B-4BF4-8621-EA8CF72D6E6D}" type="presParOf" srcId="{B82160B1-11A5-4267-828B-951C93DC674B}" destId="{226BDFC7-81E0-452A-BC51-5CEE004BF54D}" srcOrd="0" destOrd="0" presId="urn:microsoft.com/office/officeart/2005/8/layout/hierarchy1"/>
    <dgm:cxn modelId="{F7BA98E2-51E3-4D12-98F3-1F62F63484C3}" type="presParOf" srcId="{226BDFC7-81E0-452A-BC51-5CEE004BF54D}" destId="{F8E4AA46-CADE-44DB-AA6E-BDDC77D10FB8}" srcOrd="0" destOrd="0" presId="urn:microsoft.com/office/officeart/2005/8/layout/hierarchy1"/>
    <dgm:cxn modelId="{9CF40C82-30A7-4A65-B817-74A241B53FCA}" type="presParOf" srcId="{F8E4AA46-CADE-44DB-AA6E-BDDC77D10FB8}" destId="{61497D42-D19B-42FD-B397-35122BAF1441}" srcOrd="0" destOrd="0" presId="urn:microsoft.com/office/officeart/2005/8/layout/hierarchy1"/>
    <dgm:cxn modelId="{F87B41D5-5CD4-4F25-9C95-9E2D92033DA4}" type="presParOf" srcId="{F8E4AA46-CADE-44DB-AA6E-BDDC77D10FB8}" destId="{BA1772E7-E4F7-44D0-BD8C-20D6C2502490}" srcOrd="1" destOrd="0" presId="urn:microsoft.com/office/officeart/2005/8/layout/hierarchy1"/>
    <dgm:cxn modelId="{9DB5E59B-E1D8-4F32-A546-8C7ADB3DFB27}" type="presParOf" srcId="{226BDFC7-81E0-452A-BC51-5CEE004BF54D}" destId="{27999667-3763-4498-B382-57229BAA4B6D}" srcOrd="1" destOrd="0" presId="urn:microsoft.com/office/officeart/2005/8/layout/hierarchy1"/>
    <dgm:cxn modelId="{482C228C-5B4F-4C04-AA4A-4DC7AF3029A0}" type="presParOf" srcId="{B82160B1-11A5-4267-828B-951C93DC674B}" destId="{5A25437E-4C2E-4E1B-84AB-79C79ED4167F}" srcOrd="1" destOrd="0" presId="urn:microsoft.com/office/officeart/2005/8/layout/hierarchy1"/>
    <dgm:cxn modelId="{2E628ED9-CC07-426D-95A8-646F75F4769E}" type="presParOf" srcId="{5A25437E-4C2E-4E1B-84AB-79C79ED4167F}" destId="{57A1674A-9D4B-4A73-888B-A5B734359BD1}" srcOrd="0" destOrd="0" presId="urn:microsoft.com/office/officeart/2005/8/layout/hierarchy1"/>
    <dgm:cxn modelId="{56636B15-5A56-4DEC-B2DA-9F7BAEADA6BE}" type="presParOf" srcId="{57A1674A-9D4B-4A73-888B-A5B734359BD1}" destId="{B917F3FB-C1F9-41BC-9931-EF5C77E0795F}" srcOrd="0" destOrd="0" presId="urn:microsoft.com/office/officeart/2005/8/layout/hierarchy1"/>
    <dgm:cxn modelId="{90031716-C6F8-4952-97F5-8D68BA5593FE}" type="presParOf" srcId="{57A1674A-9D4B-4A73-888B-A5B734359BD1}" destId="{2662DE94-4988-4E3C-8BB7-F2D7766C5547}" srcOrd="1" destOrd="0" presId="urn:microsoft.com/office/officeart/2005/8/layout/hierarchy1"/>
    <dgm:cxn modelId="{6078DC14-F517-4C93-892A-B5C5ECEF1DD4}" type="presParOf" srcId="{5A25437E-4C2E-4E1B-84AB-79C79ED4167F}" destId="{C0E5B13E-E3DB-46F2-AB85-5343EE6148FD}" srcOrd="1" destOrd="0" presId="urn:microsoft.com/office/officeart/2005/8/layout/hierarchy1"/>
    <dgm:cxn modelId="{38319324-C503-4D72-AAAB-9258F5C855B1}" type="presParOf" srcId="{B82160B1-11A5-4267-828B-951C93DC674B}" destId="{7426CFEA-D163-4803-B438-F0D2328AFEAE}" srcOrd="2" destOrd="0" presId="urn:microsoft.com/office/officeart/2005/8/layout/hierarchy1"/>
    <dgm:cxn modelId="{D3572194-9892-43A3-8972-5B7CE6597F58}" type="presParOf" srcId="{7426CFEA-D163-4803-B438-F0D2328AFEAE}" destId="{8FB0238C-BDB2-4E76-925C-606A88CB65C7}" srcOrd="0" destOrd="0" presId="urn:microsoft.com/office/officeart/2005/8/layout/hierarchy1"/>
    <dgm:cxn modelId="{12ECCD88-734A-48A8-897A-E5C7C7B15B4E}" type="presParOf" srcId="{8FB0238C-BDB2-4E76-925C-606A88CB65C7}" destId="{D4E37AC7-473D-427B-B11F-45E11AF60C95}" srcOrd="0" destOrd="0" presId="urn:microsoft.com/office/officeart/2005/8/layout/hierarchy1"/>
    <dgm:cxn modelId="{4B733784-D415-46F8-806E-65FEBD9514DB}" type="presParOf" srcId="{8FB0238C-BDB2-4E76-925C-606A88CB65C7}" destId="{E405F7C6-7D10-4763-9B3F-4687EEE69B95}" srcOrd="1" destOrd="0" presId="urn:microsoft.com/office/officeart/2005/8/layout/hierarchy1"/>
    <dgm:cxn modelId="{9CB674A2-8A53-4A77-8FD8-5784D26A0BB0}" type="presParOf" srcId="{7426CFEA-D163-4803-B438-F0D2328AFEAE}" destId="{9B83DD37-3E76-445B-A57D-B8945DF33B43}" srcOrd="1" destOrd="0" presId="urn:microsoft.com/office/officeart/2005/8/layout/hierarchy1"/>
    <dgm:cxn modelId="{44325216-2F67-417F-AD40-01D3F04C76A2}" type="presParOf" srcId="{B82160B1-11A5-4267-828B-951C93DC674B}" destId="{071D09BD-3D5C-4290-AD10-E8B009C70E47}" srcOrd="3" destOrd="0" presId="urn:microsoft.com/office/officeart/2005/8/layout/hierarchy1"/>
    <dgm:cxn modelId="{0AF29AFC-10BB-49A7-AB9F-9F0D69332284}" type="presParOf" srcId="{071D09BD-3D5C-4290-AD10-E8B009C70E47}" destId="{BEEBAAB4-2B77-4B39-9E8B-DF479EEFF051}" srcOrd="0" destOrd="0" presId="urn:microsoft.com/office/officeart/2005/8/layout/hierarchy1"/>
    <dgm:cxn modelId="{BB6879E0-5FCE-4D55-9942-FB3D80A5BB80}" type="presParOf" srcId="{BEEBAAB4-2B77-4B39-9E8B-DF479EEFF051}" destId="{2F6FF5B5-6350-41E5-9AB6-E823DF8DEDAA}" srcOrd="0" destOrd="0" presId="urn:microsoft.com/office/officeart/2005/8/layout/hierarchy1"/>
    <dgm:cxn modelId="{2C0F0441-B2FF-499B-A3AD-812B50939080}" type="presParOf" srcId="{BEEBAAB4-2B77-4B39-9E8B-DF479EEFF051}" destId="{616355B6-42AA-4E19-B24B-FA0CCB732391}" srcOrd="1" destOrd="0" presId="urn:microsoft.com/office/officeart/2005/8/layout/hierarchy1"/>
    <dgm:cxn modelId="{08A38604-4C90-4F20-AD45-D304FDC2474C}" type="presParOf" srcId="{071D09BD-3D5C-4290-AD10-E8B009C70E47}" destId="{276F23AA-B650-4DAF-94E7-5E586D5A81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7A325F-C5C6-49B4-98FA-E63CEE47BC8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A09C6D-876E-4382-B70D-203C89B3511C}">
      <dgm:prSet/>
      <dgm:spPr/>
      <dgm:t>
        <a:bodyPr/>
        <a:lstStyle/>
        <a:p>
          <a:r>
            <a:rPr lang="en-US"/>
            <a:t>End to end working system </a:t>
          </a:r>
        </a:p>
      </dgm:t>
    </dgm:pt>
    <dgm:pt modelId="{1F16CECD-F6E0-4920-8D90-193BC8AF66FC}" type="parTrans" cxnId="{5585BC9B-22D4-4BA2-A551-9F3ABCB50A5B}">
      <dgm:prSet/>
      <dgm:spPr/>
      <dgm:t>
        <a:bodyPr/>
        <a:lstStyle/>
        <a:p>
          <a:endParaRPr lang="en-US"/>
        </a:p>
      </dgm:t>
    </dgm:pt>
    <dgm:pt modelId="{20F37C0F-91E6-4D6A-B0CD-CE942569F824}" type="sibTrans" cxnId="{5585BC9B-22D4-4BA2-A551-9F3ABCB50A5B}">
      <dgm:prSet/>
      <dgm:spPr/>
      <dgm:t>
        <a:bodyPr/>
        <a:lstStyle/>
        <a:p>
          <a:endParaRPr lang="en-US"/>
        </a:p>
      </dgm:t>
    </dgm:pt>
    <dgm:pt modelId="{8273B4C9-C6D6-4A6D-B46A-F038A5407630}">
      <dgm:prSet/>
      <dgm:spPr/>
      <dgm:t>
        <a:bodyPr/>
        <a:lstStyle/>
        <a:p>
          <a:r>
            <a:rPr lang="en-US"/>
            <a:t>Maximum agentic decisions</a:t>
          </a:r>
        </a:p>
      </dgm:t>
    </dgm:pt>
    <dgm:pt modelId="{EDED429C-8440-4C97-B018-34067F5F98BF}" type="parTrans" cxnId="{5873E752-5C0C-4E23-8390-19A7A33DA730}">
      <dgm:prSet/>
      <dgm:spPr/>
      <dgm:t>
        <a:bodyPr/>
        <a:lstStyle/>
        <a:p>
          <a:endParaRPr lang="en-US"/>
        </a:p>
      </dgm:t>
    </dgm:pt>
    <dgm:pt modelId="{AF5BAD59-DFB0-47E2-AF22-465E582A5E3E}" type="sibTrans" cxnId="{5873E752-5C0C-4E23-8390-19A7A33DA730}">
      <dgm:prSet/>
      <dgm:spPr/>
      <dgm:t>
        <a:bodyPr/>
        <a:lstStyle/>
        <a:p>
          <a:endParaRPr lang="en-US"/>
        </a:p>
      </dgm:t>
    </dgm:pt>
    <dgm:pt modelId="{FE5F8B58-3871-432D-8473-281831B9EF63}">
      <dgm:prSet/>
      <dgm:spPr/>
      <dgm:t>
        <a:bodyPr/>
        <a:lstStyle/>
        <a:p>
          <a:r>
            <a:rPr lang="en-US"/>
            <a:t>Handles edge cases</a:t>
          </a:r>
        </a:p>
      </dgm:t>
    </dgm:pt>
    <dgm:pt modelId="{A9954041-B05E-4602-A561-86F952AC0CEE}" type="parTrans" cxnId="{C4C900C4-556C-4184-AB07-01B1CBB7FA94}">
      <dgm:prSet/>
      <dgm:spPr/>
      <dgm:t>
        <a:bodyPr/>
        <a:lstStyle/>
        <a:p>
          <a:endParaRPr lang="en-US"/>
        </a:p>
      </dgm:t>
    </dgm:pt>
    <dgm:pt modelId="{85875174-D853-4818-A3BB-508F1ADDB6EC}" type="sibTrans" cxnId="{C4C900C4-556C-4184-AB07-01B1CBB7FA94}">
      <dgm:prSet/>
      <dgm:spPr/>
      <dgm:t>
        <a:bodyPr/>
        <a:lstStyle/>
        <a:p>
          <a:endParaRPr lang="en-US"/>
        </a:p>
      </dgm:t>
    </dgm:pt>
    <dgm:pt modelId="{1A48BFA1-313F-4374-80AA-483FAF417B83}">
      <dgm:prSet/>
      <dgm:spPr/>
      <dgm:t>
        <a:bodyPr/>
        <a:lstStyle/>
        <a:p>
          <a:r>
            <a:rPr lang="en-US"/>
            <a:t>Clear architecture</a:t>
          </a:r>
        </a:p>
      </dgm:t>
    </dgm:pt>
    <dgm:pt modelId="{198039E7-38BB-4D7A-B735-D32CAA87D616}" type="parTrans" cxnId="{1DBBBC43-73BB-4032-B8EE-18BB8B792DB0}">
      <dgm:prSet/>
      <dgm:spPr/>
      <dgm:t>
        <a:bodyPr/>
        <a:lstStyle/>
        <a:p>
          <a:endParaRPr lang="en-US"/>
        </a:p>
      </dgm:t>
    </dgm:pt>
    <dgm:pt modelId="{E58D0AEB-9A50-49DE-94CD-A9486D15F2CD}" type="sibTrans" cxnId="{1DBBBC43-73BB-4032-B8EE-18BB8B792DB0}">
      <dgm:prSet/>
      <dgm:spPr/>
      <dgm:t>
        <a:bodyPr/>
        <a:lstStyle/>
        <a:p>
          <a:endParaRPr lang="en-US"/>
        </a:p>
      </dgm:t>
    </dgm:pt>
    <dgm:pt modelId="{D8751D08-385C-4A92-8148-4B09E0D80D4F}" type="pres">
      <dgm:prSet presAssocID="{8D7A325F-C5C6-49B4-98FA-E63CEE47BC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1FC448D-2198-4BC2-8B4C-1B82CA6CCB21}" type="pres">
      <dgm:prSet presAssocID="{0CA09C6D-876E-4382-B70D-203C89B3511C}" presName="hierRoot1" presStyleCnt="0"/>
      <dgm:spPr/>
    </dgm:pt>
    <dgm:pt modelId="{9B2C1E4D-C0A9-4236-A5AE-CA767B4A5214}" type="pres">
      <dgm:prSet presAssocID="{0CA09C6D-876E-4382-B70D-203C89B3511C}" presName="composite" presStyleCnt="0"/>
      <dgm:spPr/>
    </dgm:pt>
    <dgm:pt modelId="{6F9EF953-0388-4A04-A28C-748BAC7E3ABD}" type="pres">
      <dgm:prSet presAssocID="{0CA09C6D-876E-4382-B70D-203C89B3511C}" presName="background" presStyleLbl="node0" presStyleIdx="0" presStyleCnt="4"/>
      <dgm:spPr/>
    </dgm:pt>
    <dgm:pt modelId="{C1364677-9C4F-470B-995D-89E6E6ADC4E3}" type="pres">
      <dgm:prSet presAssocID="{0CA09C6D-876E-4382-B70D-203C89B3511C}" presName="text" presStyleLbl="fgAcc0" presStyleIdx="0" presStyleCnt="4">
        <dgm:presLayoutVars>
          <dgm:chPref val="3"/>
        </dgm:presLayoutVars>
      </dgm:prSet>
      <dgm:spPr/>
    </dgm:pt>
    <dgm:pt modelId="{F8229E90-8003-40F4-A6BA-8D535EE483EC}" type="pres">
      <dgm:prSet presAssocID="{0CA09C6D-876E-4382-B70D-203C89B3511C}" presName="hierChild2" presStyleCnt="0"/>
      <dgm:spPr/>
    </dgm:pt>
    <dgm:pt modelId="{5828273F-1D5A-4DB8-87FD-A801DA777D04}" type="pres">
      <dgm:prSet presAssocID="{8273B4C9-C6D6-4A6D-B46A-F038A5407630}" presName="hierRoot1" presStyleCnt="0"/>
      <dgm:spPr/>
    </dgm:pt>
    <dgm:pt modelId="{E3595DA8-D68F-4CFD-A580-A583EA3C3800}" type="pres">
      <dgm:prSet presAssocID="{8273B4C9-C6D6-4A6D-B46A-F038A5407630}" presName="composite" presStyleCnt="0"/>
      <dgm:spPr/>
    </dgm:pt>
    <dgm:pt modelId="{FCF53C29-65D8-4BF8-AF40-A0C3A13AA99B}" type="pres">
      <dgm:prSet presAssocID="{8273B4C9-C6D6-4A6D-B46A-F038A5407630}" presName="background" presStyleLbl="node0" presStyleIdx="1" presStyleCnt="4"/>
      <dgm:spPr/>
    </dgm:pt>
    <dgm:pt modelId="{CCF86D17-7491-486F-A74D-DCC184B6E036}" type="pres">
      <dgm:prSet presAssocID="{8273B4C9-C6D6-4A6D-B46A-F038A5407630}" presName="text" presStyleLbl="fgAcc0" presStyleIdx="1" presStyleCnt="4">
        <dgm:presLayoutVars>
          <dgm:chPref val="3"/>
        </dgm:presLayoutVars>
      </dgm:prSet>
      <dgm:spPr/>
    </dgm:pt>
    <dgm:pt modelId="{53830ADA-2F4A-4475-8A3D-8FB843B81469}" type="pres">
      <dgm:prSet presAssocID="{8273B4C9-C6D6-4A6D-B46A-F038A5407630}" presName="hierChild2" presStyleCnt="0"/>
      <dgm:spPr/>
    </dgm:pt>
    <dgm:pt modelId="{2FA3D79D-46A8-4AB2-8797-603F6AFE2D6B}" type="pres">
      <dgm:prSet presAssocID="{FE5F8B58-3871-432D-8473-281831B9EF63}" presName="hierRoot1" presStyleCnt="0"/>
      <dgm:spPr/>
    </dgm:pt>
    <dgm:pt modelId="{56DC5050-D892-4492-8D60-B0AC82A12E8F}" type="pres">
      <dgm:prSet presAssocID="{FE5F8B58-3871-432D-8473-281831B9EF63}" presName="composite" presStyleCnt="0"/>
      <dgm:spPr/>
    </dgm:pt>
    <dgm:pt modelId="{B40F8581-1E5F-449D-AFC4-9B1A1221F37E}" type="pres">
      <dgm:prSet presAssocID="{FE5F8B58-3871-432D-8473-281831B9EF63}" presName="background" presStyleLbl="node0" presStyleIdx="2" presStyleCnt="4"/>
      <dgm:spPr/>
    </dgm:pt>
    <dgm:pt modelId="{6DAD661E-13DE-40C9-8492-8BEF6B2F91DB}" type="pres">
      <dgm:prSet presAssocID="{FE5F8B58-3871-432D-8473-281831B9EF63}" presName="text" presStyleLbl="fgAcc0" presStyleIdx="2" presStyleCnt="4">
        <dgm:presLayoutVars>
          <dgm:chPref val="3"/>
        </dgm:presLayoutVars>
      </dgm:prSet>
      <dgm:spPr/>
    </dgm:pt>
    <dgm:pt modelId="{B76D4755-3376-49F9-9835-6B259B4E0FE1}" type="pres">
      <dgm:prSet presAssocID="{FE5F8B58-3871-432D-8473-281831B9EF63}" presName="hierChild2" presStyleCnt="0"/>
      <dgm:spPr/>
    </dgm:pt>
    <dgm:pt modelId="{1F5806A8-B267-4190-A972-5834D49A29BC}" type="pres">
      <dgm:prSet presAssocID="{1A48BFA1-313F-4374-80AA-483FAF417B83}" presName="hierRoot1" presStyleCnt="0"/>
      <dgm:spPr/>
    </dgm:pt>
    <dgm:pt modelId="{DB8DE73B-FF51-4B01-A4E1-3F82C04317AB}" type="pres">
      <dgm:prSet presAssocID="{1A48BFA1-313F-4374-80AA-483FAF417B83}" presName="composite" presStyleCnt="0"/>
      <dgm:spPr/>
    </dgm:pt>
    <dgm:pt modelId="{C08CB1B7-EE6D-4E93-BB5F-CDED135FA21B}" type="pres">
      <dgm:prSet presAssocID="{1A48BFA1-313F-4374-80AA-483FAF417B83}" presName="background" presStyleLbl="node0" presStyleIdx="3" presStyleCnt="4"/>
      <dgm:spPr/>
    </dgm:pt>
    <dgm:pt modelId="{85E21AE5-53D0-4BE2-91FB-229A6D5AF742}" type="pres">
      <dgm:prSet presAssocID="{1A48BFA1-313F-4374-80AA-483FAF417B83}" presName="text" presStyleLbl="fgAcc0" presStyleIdx="3" presStyleCnt="4">
        <dgm:presLayoutVars>
          <dgm:chPref val="3"/>
        </dgm:presLayoutVars>
      </dgm:prSet>
      <dgm:spPr/>
    </dgm:pt>
    <dgm:pt modelId="{45AC618F-6D6D-4BFB-AF64-D5A179FE1BD9}" type="pres">
      <dgm:prSet presAssocID="{1A48BFA1-313F-4374-80AA-483FAF417B83}" presName="hierChild2" presStyleCnt="0"/>
      <dgm:spPr/>
    </dgm:pt>
  </dgm:ptLst>
  <dgm:cxnLst>
    <dgm:cxn modelId="{62616041-2893-4117-9D52-0E4E07415FF6}" type="presOf" srcId="{8D7A325F-C5C6-49B4-98FA-E63CEE47BC82}" destId="{D8751D08-385C-4A92-8148-4B09E0D80D4F}" srcOrd="0" destOrd="0" presId="urn:microsoft.com/office/officeart/2005/8/layout/hierarchy1"/>
    <dgm:cxn modelId="{1DBBBC43-73BB-4032-B8EE-18BB8B792DB0}" srcId="{8D7A325F-C5C6-49B4-98FA-E63CEE47BC82}" destId="{1A48BFA1-313F-4374-80AA-483FAF417B83}" srcOrd="3" destOrd="0" parTransId="{198039E7-38BB-4D7A-B735-D32CAA87D616}" sibTransId="{E58D0AEB-9A50-49DE-94CD-A9486D15F2CD}"/>
    <dgm:cxn modelId="{5873E752-5C0C-4E23-8390-19A7A33DA730}" srcId="{8D7A325F-C5C6-49B4-98FA-E63CEE47BC82}" destId="{8273B4C9-C6D6-4A6D-B46A-F038A5407630}" srcOrd="1" destOrd="0" parTransId="{EDED429C-8440-4C97-B018-34067F5F98BF}" sibTransId="{AF5BAD59-DFB0-47E2-AF22-465E582A5E3E}"/>
    <dgm:cxn modelId="{949B918A-50C9-4C23-BAEC-92474A46EF05}" type="presOf" srcId="{1A48BFA1-313F-4374-80AA-483FAF417B83}" destId="{85E21AE5-53D0-4BE2-91FB-229A6D5AF742}" srcOrd="0" destOrd="0" presId="urn:microsoft.com/office/officeart/2005/8/layout/hierarchy1"/>
    <dgm:cxn modelId="{5585BC9B-22D4-4BA2-A551-9F3ABCB50A5B}" srcId="{8D7A325F-C5C6-49B4-98FA-E63CEE47BC82}" destId="{0CA09C6D-876E-4382-B70D-203C89B3511C}" srcOrd="0" destOrd="0" parTransId="{1F16CECD-F6E0-4920-8D90-193BC8AF66FC}" sibTransId="{20F37C0F-91E6-4D6A-B0CD-CE942569F824}"/>
    <dgm:cxn modelId="{D0E22FA6-EF3F-4F4B-8957-E2306B36AFBD}" type="presOf" srcId="{8273B4C9-C6D6-4A6D-B46A-F038A5407630}" destId="{CCF86D17-7491-486F-A74D-DCC184B6E036}" srcOrd="0" destOrd="0" presId="urn:microsoft.com/office/officeart/2005/8/layout/hierarchy1"/>
    <dgm:cxn modelId="{6F3135AB-F065-43AE-A091-0C17D7C194AD}" type="presOf" srcId="{FE5F8B58-3871-432D-8473-281831B9EF63}" destId="{6DAD661E-13DE-40C9-8492-8BEF6B2F91DB}" srcOrd="0" destOrd="0" presId="urn:microsoft.com/office/officeart/2005/8/layout/hierarchy1"/>
    <dgm:cxn modelId="{C4C900C4-556C-4184-AB07-01B1CBB7FA94}" srcId="{8D7A325F-C5C6-49B4-98FA-E63CEE47BC82}" destId="{FE5F8B58-3871-432D-8473-281831B9EF63}" srcOrd="2" destOrd="0" parTransId="{A9954041-B05E-4602-A561-86F952AC0CEE}" sibTransId="{85875174-D853-4818-A3BB-508F1ADDB6EC}"/>
    <dgm:cxn modelId="{59C159D5-8FCD-41DB-BAB8-681491551F04}" type="presOf" srcId="{0CA09C6D-876E-4382-B70D-203C89B3511C}" destId="{C1364677-9C4F-470B-995D-89E6E6ADC4E3}" srcOrd="0" destOrd="0" presId="urn:microsoft.com/office/officeart/2005/8/layout/hierarchy1"/>
    <dgm:cxn modelId="{795F33D6-938D-44E7-BA91-EAA9CA649C02}" type="presParOf" srcId="{D8751D08-385C-4A92-8148-4B09E0D80D4F}" destId="{41FC448D-2198-4BC2-8B4C-1B82CA6CCB21}" srcOrd="0" destOrd="0" presId="urn:microsoft.com/office/officeart/2005/8/layout/hierarchy1"/>
    <dgm:cxn modelId="{38AFE0BA-5C8A-4EF4-95A1-951BAB3A656F}" type="presParOf" srcId="{41FC448D-2198-4BC2-8B4C-1B82CA6CCB21}" destId="{9B2C1E4D-C0A9-4236-A5AE-CA767B4A5214}" srcOrd="0" destOrd="0" presId="urn:microsoft.com/office/officeart/2005/8/layout/hierarchy1"/>
    <dgm:cxn modelId="{090328D4-B8AF-4257-AA75-0DF3D1D70729}" type="presParOf" srcId="{9B2C1E4D-C0A9-4236-A5AE-CA767B4A5214}" destId="{6F9EF953-0388-4A04-A28C-748BAC7E3ABD}" srcOrd="0" destOrd="0" presId="urn:microsoft.com/office/officeart/2005/8/layout/hierarchy1"/>
    <dgm:cxn modelId="{11FBA0FA-DDC4-4E22-8042-020C8250C454}" type="presParOf" srcId="{9B2C1E4D-C0A9-4236-A5AE-CA767B4A5214}" destId="{C1364677-9C4F-470B-995D-89E6E6ADC4E3}" srcOrd="1" destOrd="0" presId="urn:microsoft.com/office/officeart/2005/8/layout/hierarchy1"/>
    <dgm:cxn modelId="{AC006C0A-2BCF-4263-8ACB-CD8FC939FFC4}" type="presParOf" srcId="{41FC448D-2198-4BC2-8B4C-1B82CA6CCB21}" destId="{F8229E90-8003-40F4-A6BA-8D535EE483EC}" srcOrd="1" destOrd="0" presId="urn:microsoft.com/office/officeart/2005/8/layout/hierarchy1"/>
    <dgm:cxn modelId="{38187278-71E6-481F-96F6-112E0AAB0F2A}" type="presParOf" srcId="{D8751D08-385C-4A92-8148-4B09E0D80D4F}" destId="{5828273F-1D5A-4DB8-87FD-A801DA777D04}" srcOrd="1" destOrd="0" presId="urn:microsoft.com/office/officeart/2005/8/layout/hierarchy1"/>
    <dgm:cxn modelId="{BC62DFDE-7E5D-4A18-A235-44E87AB85885}" type="presParOf" srcId="{5828273F-1D5A-4DB8-87FD-A801DA777D04}" destId="{E3595DA8-D68F-4CFD-A580-A583EA3C3800}" srcOrd="0" destOrd="0" presId="urn:microsoft.com/office/officeart/2005/8/layout/hierarchy1"/>
    <dgm:cxn modelId="{42BC01E6-3C71-4F33-89B9-6B276206338E}" type="presParOf" srcId="{E3595DA8-D68F-4CFD-A580-A583EA3C3800}" destId="{FCF53C29-65D8-4BF8-AF40-A0C3A13AA99B}" srcOrd="0" destOrd="0" presId="urn:microsoft.com/office/officeart/2005/8/layout/hierarchy1"/>
    <dgm:cxn modelId="{01ED8384-9B85-4C38-A6A6-848576271578}" type="presParOf" srcId="{E3595DA8-D68F-4CFD-A580-A583EA3C3800}" destId="{CCF86D17-7491-486F-A74D-DCC184B6E036}" srcOrd="1" destOrd="0" presId="urn:microsoft.com/office/officeart/2005/8/layout/hierarchy1"/>
    <dgm:cxn modelId="{49B8B108-4802-4184-B4AF-5FAD27A4DEBA}" type="presParOf" srcId="{5828273F-1D5A-4DB8-87FD-A801DA777D04}" destId="{53830ADA-2F4A-4475-8A3D-8FB843B81469}" srcOrd="1" destOrd="0" presId="urn:microsoft.com/office/officeart/2005/8/layout/hierarchy1"/>
    <dgm:cxn modelId="{36BD198A-325C-4CAD-9BF6-29CF9B2CCBEB}" type="presParOf" srcId="{D8751D08-385C-4A92-8148-4B09E0D80D4F}" destId="{2FA3D79D-46A8-4AB2-8797-603F6AFE2D6B}" srcOrd="2" destOrd="0" presId="urn:microsoft.com/office/officeart/2005/8/layout/hierarchy1"/>
    <dgm:cxn modelId="{509A8B24-3AD5-4A14-B5D3-38E7528EED5D}" type="presParOf" srcId="{2FA3D79D-46A8-4AB2-8797-603F6AFE2D6B}" destId="{56DC5050-D892-4492-8D60-B0AC82A12E8F}" srcOrd="0" destOrd="0" presId="urn:microsoft.com/office/officeart/2005/8/layout/hierarchy1"/>
    <dgm:cxn modelId="{EEB3B146-2833-4B55-95E8-061BA1343F02}" type="presParOf" srcId="{56DC5050-D892-4492-8D60-B0AC82A12E8F}" destId="{B40F8581-1E5F-449D-AFC4-9B1A1221F37E}" srcOrd="0" destOrd="0" presId="urn:microsoft.com/office/officeart/2005/8/layout/hierarchy1"/>
    <dgm:cxn modelId="{2F4052C7-F2F4-45E5-AF73-257D192D0EA9}" type="presParOf" srcId="{56DC5050-D892-4492-8D60-B0AC82A12E8F}" destId="{6DAD661E-13DE-40C9-8492-8BEF6B2F91DB}" srcOrd="1" destOrd="0" presId="urn:microsoft.com/office/officeart/2005/8/layout/hierarchy1"/>
    <dgm:cxn modelId="{5CE2F95E-058F-4C6B-8653-31DFDB798EAD}" type="presParOf" srcId="{2FA3D79D-46A8-4AB2-8797-603F6AFE2D6B}" destId="{B76D4755-3376-49F9-9835-6B259B4E0FE1}" srcOrd="1" destOrd="0" presId="urn:microsoft.com/office/officeart/2005/8/layout/hierarchy1"/>
    <dgm:cxn modelId="{A4C3FB1A-3750-4C3F-BBDD-FD43F7C1E120}" type="presParOf" srcId="{D8751D08-385C-4A92-8148-4B09E0D80D4F}" destId="{1F5806A8-B267-4190-A972-5834D49A29BC}" srcOrd="3" destOrd="0" presId="urn:microsoft.com/office/officeart/2005/8/layout/hierarchy1"/>
    <dgm:cxn modelId="{7463F428-F90B-456C-83EB-5045F16A36E7}" type="presParOf" srcId="{1F5806A8-B267-4190-A972-5834D49A29BC}" destId="{DB8DE73B-FF51-4B01-A4E1-3F82C04317AB}" srcOrd="0" destOrd="0" presId="urn:microsoft.com/office/officeart/2005/8/layout/hierarchy1"/>
    <dgm:cxn modelId="{2325E29E-762A-4291-96B7-A673DDC10586}" type="presParOf" srcId="{DB8DE73B-FF51-4B01-A4E1-3F82C04317AB}" destId="{C08CB1B7-EE6D-4E93-BB5F-CDED135FA21B}" srcOrd="0" destOrd="0" presId="urn:microsoft.com/office/officeart/2005/8/layout/hierarchy1"/>
    <dgm:cxn modelId="{61E79B58-74FB-46DB-9973-BE277C9F1DDB}" type="presParOf" srcId="{DB8DE73B-FF51-4B01-A4E1-3F82C04317AB}" destId="{85E21AE5-53D0-4BE2-91FB-229A6D5AF742}" srcOrd="1" destOrd="0" presId="urn:microsoft.com/office/officeart/2005/8/layout/hierarchy1"/>
    <dgm:cxn modelId="{48173B0C-40CE-409D-A37E-492B176EDE10}" type="presParOf" srcId="{1F5806A8-B267-4190-A972-5834D49A29BC}" destId="{45AC618F-6D6D-4BFB-AF64-D5A179FE1BD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A59B8-DAA7-4A2B-B3DA-F86CCFB81EB6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8F425-CB09-4C60-ABF2-5C18FF93FF94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complex API approvals </a:t>
          </a:r>
        </a:p>
      </dsp:txBody>
      <dsp:txXfrm>
        <a:off x="283453" y="1501109"/>
        <a:ext cx="2081527" cy="1292417"/>
      </dsp:txXfrm>
    </dsp:sp>
    <dsp:sp modelId="{5E1963A2-0469-4602-B84D-0B1638AC6923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53046-88F8-468B-895D-8A2C80061B38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Fast integration by using Sheets, Notions , Slack</a:t>
          </a:r>
        </a:p>
      </dsp:txBody>
      <dsp:txXfrm>
        <a:off x="2925830" y="1501109"/>
        <a:ext cx="2081527" cy="1292417"/>
      </dsp:txXfrm>
    </dsp:sp>
    <dsp:sp modelId="{D605CEE2-FD87-41E1-8134-430D4B120C62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374E1-49FB-49EE-9D26-F6CF307AD4A0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Maximum Agentic decision making </a:t>
          </a:r>
        </a:p>
      </dsp:txBody>
      <dsp:txXfrm>
        <a:off x="5568208" y="1501109"/>
        <a:ext cx="2081527" cy="1292417"/>
      </dsp:txXfrm>
    </dsp:sp>
    <dsp:sp modelId="{724AFF2F-A340-406C-BC31-9F068D7D7EB4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E7BB6-77E1-4A26-AC33-FC5C15601883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Low risk of demo failure</a:t>
          </a:r>
        </a:p>
      </dsp:txBody>
      <dsp:txXfrm>
        <a:off x="8210585" y="1501109"/>
        <a:ext cx="2081527" cy="1292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F8A72-D0EE-4C04-84ED-55C25EF03C9E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B0194-9F26-4EE4-911A-D595B203BC4C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Manual rewriting: 20-30 min/brief</a:t>
          </a:r>
        </a:p>
      </dsp:txBody>
      <dsp:txXfrm>
        <a:off x="283453" y="1501109"/>
        <a:ext cx="2081527" cy="1292417"/>
      </dsp:txXfrm>
    </dsp:sp>
    <dsp:sp modelId="{2DCC81A8-82A2-4A10-A4E8-1C4DB5378EAF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73008-80D3-41EA-A78B-65217D659C99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40-60 briefs/month </a:t>
          </a:r>
        </a:p>
      </dsp:txBody>
      <dsp:txXfrm>
        <a:off x="2925830" y="1501109"/>
        <a:ext cx="2081527" cy="1292417"/>
      </dsp:txXfrm>
    </dsp:sp>
    <dsp:sp modelId="{42B8AE1D-493E-4273-B2E7-1D9908F27FB8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0FE3C-62E1-421B-A0A9-F9BF98F34437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4-6 hours delay</a:t>
          </a:r>
        </a:p>
      </dsp:txBody>
      <dsp:txXfrm>
        <a:off x="5568208" y="1501109"/>
        <a:ext cx="2081527" cy="1292417"/>
      </dsp:txXfrm>
    </dsp:sp>
    <dsp:sp modelId="{664E9C68-E4E9-457C-99A7-1C21710E65E4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BE591-92B1-448A-9ED0-63603F52E449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Inconsistent interpretation</a:t>
          </a:r>
        </a:p>
      </dsp:txBody>
      <dsp:txXfrm>
        <a:off x="8210585" y="1501109"/>
        <a:ext cx="2081527" cy="12924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BFA6A-4E43-4496-A9B6-281981623040}">
      <dsp:nvSpPr>
        <dsp:cNvPr id="0" name=""/>
        <dsp:cNvSpPr/>
      </dsp:nvSpPr>
      <dsp:spPr>
        <a:xfrm>
          <a:off x="181777" y="367425"/>
          <a:ext cx="1320143" cy="13201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15B6C-1D0B-418D-BF3F-FA2D1E1B401B}">
      <dsp:nvSpPr>
        <dsp:cNvPr id="0" name=""/>
        <dsp:cNvSpPr/>
      </dsp:nvSpPr>
      <dsp:spPr>
        <a:xfrm>
          <a:off x="459007" y="644655"/>
          <a:ext cx="765683" cy="765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6F992-B450-4FF2-AD8F-1A6597AA5D1A}">
      <dsp:nvSpPr>
        <dsp:cNvPr id="0" name=""/>
        <dsp:cNvSpPr/>
      </dsp:nvSpPr>
      <dsp:spPr>
        <a:xfrm>
          <a:off x="1784808" y="367425"/>
          <a:ext cx="3111765" cy="1320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Automate end to end pipeline</a:t>
          </a:r>
        </a:p>
      </dsp:txBody>
      <dsp:txXfrm>
        <a:off x="1784808" y="367425"/>
        <a:ext cx="3111765" cy="1320143"/>
      </dsp:txXfrm>
    </dsp:sp>
    <dsp:sp modelId="{27D2D4AF-A781-432F-9835-163C7CD94DD7}">
      <dsp:nvSpPr>
        <dsp:cNvPr id="0" name=""/>
        <dsp:cNvSpPr/>
      </dsp:nvSpPr>
      <dsp:spPr>
        <a:xfrm>
          <a:off x="5438775" y="367425"/>
          <a:ext cx="1320143" cy="13201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B6D59-E188-4987-A8AC-CBD262B58B4F}">
      <dsp:nvSpPr>
        <dsp:cNvPr id="0" name=""/>
        <dsp:cNvSpPr/>
      </dsp:nvSpPr>
      <dsp:spPr>
        <a:xfrm>
          <a:off x="5716005" y="644655"/>
          <a:ext cx="765683" cy="765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0CB17-0EE7-401D-BA60-FB46C00FF54A}">
      <dsp:nvSpPr>
        <dsp:cNvPr id="0" name=""/>
        <dsp:cNvSpPr/>
      </dsp:nvSpPr>
      <dsp:spPr>
        <a:xfrm>
          <a:off x="7041806" y="367425"/>
          <a:ext cx="3111765" cy="1320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 delay to seconds</a:t>
          </a:r>
        </a:p>
      </dsp:txBody>
      <dsp:txXfrm>
        <a:off x="7041806" y="367425"/>
        <a:ext cx="3111765" cy="1320143"/>
      </dsp:txXfrm>
    </dsp:sp>
    <dsp:sp modelId="{8B5A6750-EFD7-4D40-AC70-8C1F0CCAF35D}">
      <dsp:nvSpPr>
        <dsp:cNvPr id="0" name=""/>
        <dsp:cNvSpPr/>
      </dsp:nvSpPr>
      <dsp:spPr>
        <a:xfrm>
          <a:off x="181777" y="2378862"/>
          <a:ext cx="1320143" cy="13201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ABE82-947D-4E93-85D4-512675FD0DC5}">
      <dsp:nvSpPr>
        <dsp:cNvPr id="0" name=""/>
        <dsp:cNvSpPr/>
      </dsp:nvSpPr>
      <dsp:spPr>
        <a:xfrm>
          <a:off x="459007" y="2656092"/>
          <a:ext cx="765683" cy="765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C2AA6-BBF7-4764-8B98-B36067EB4744}">
      <dsp:nvSpPr>
        <dsp:cNvPr id="0" name=""/>
        <dsp:cNvSpPr/>
      </dsp:nvSpPr>
      <dsp:spPr>
        <a:xfrm>
          <a:off x="1784808" y="2378862"/>
          <a:ext cx="3111765" cy="1320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Ensure consistency</a:t>
          </a:r>
        </a:p>
      </dsp:txBody>
      <dsp:txXfrm>
        <a:off x="1784808" y="2378862"/>
        <a:ext cx="3111765" cy="1320143"/>
      </dsp:txXfrm>
    </dsp:sp>
    <dsp:sp modelId="{2546AFE2-7FEF-44AC-A827-DF109157A9AE}">
      <dsp:nvSpPr>
        <dsp:cNvPr id="0" name=""/>
        <dsp:cNvSpPr/>
      </dsp:nvSpPr>
      <dsp:spPr>
        <a:xfrm>
          <a:off x="5438775" y="2378862"/>
          <a:ext cx="1320143" cy="13201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19C05-C5BE-4DC7-AC80-916E7216E8AB}">
      <dsp:nvSpPr>
        <dsp:cNvPr id="0" name=""/>
        <dsp:cNvSpPr/>
      </dsp:nvSpPr>
      <dsp:spPr>
        <a:xfrm>
          <a:off x="5716005" y="2656092"/>
          <a:ext cx="765683" cy="765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51894-E27C-4973-B568-5C8C2B68ADE8}">
      <dsp:nvSpPr>
        <dsp:cNvPr id="0" name=""/>
        <dsp:cNvSpPr/>
      </dsp:nvSpPr>
      <dsp:spPr>
        <a:xfrm>
          <a:off x="7041806" y="2378862"/>
          <a:ext cx="3111765" cy="1320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Generate ready to use briefs </a:t>
          </a:r>
        </a:p>
      </dsp:txBody>
      <dsp:txXfrm>
        <a:off x="7041806" y="2378862"/>
        <a:ext cx="3111765" cy="13201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A13C1-6456-4CAE-9363-9BE4D0955C1E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F47BC-30F7-48A2-9D8C-6BE89AAB7E3A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LLM decides completeness</a:t>
          </a:r>
        </a:p>
      </dsp:txBody>
      <dsp:txXfrm>
        <a:off x="283453" y="1501109"/>
        <a:ext cx="2081527" cy="1292417"/>
      </dsp:txXfrm>
    </dsp:sp>
    <dsp:sp modelId="{18B3C9AA-E8CE-419F-B947-7342E39FBB89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32124-882E-462A-B022-E5CE1C8B9BBE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LLM interprets the intent </a:t>
          </a:r>
        </a:p>
      </dsp:txBody>
      <dsp:txXfrm>
        <a:off x="2925830" y="1501109"/>
        <a:ext cx="2081527" cy="1292417"/>
      </dsp:txXfrm>
    </dsp:sp>
    <dsp:sp modelId="{F2903D85-A37F-45B5-AE86-88DAD0841FBB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EA806-3AD6-4C02-9F47-69FDE1530279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LLM routes the workflow</a:t>
          </a:r>
        </a:p>
      </dsp:txBody>
      <dsp:txXfrm>
        <a:off x="5568208" y="1501109"/>
        <a:ext cx="2081527" cy="1292417"/>
      </dsp:txXfrm>
    </dsp:sp>
    <dsp:sp modelId="{E418FF7A-5067-4FD7-8C6E-E4804C84593F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E4FA1-1B36-416D-B848-373317B33AB6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Maximum decisions are agent-driven</a:t>
          </a:r>
        </a:p>
      </dsp:txBody>
      <dsp:txXfrm>
        <a:off x="8210585" y="1501109"/>
        <a:ext cx="2081527" cy="12924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FBA8A-E786-4F91-83A2-65975308797D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67CE2-C238-43AC-A347-A2392EEFD46A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Parser: Extract + Validate</a:t>
          </a:r>
        </a:p>
      </dsp:txBody>
      <dsp:txXfrm>
        <a:off x="283453" y="1501109"/>
        <a:ext cx="2081527" cy="1292417"/>
      </dsp:txXfrm>
    </dsp:sp>
    <dsp:sp modelId="{A08A6826-195E-43E8-8166-5DCB024C395E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52CB3-9836-4133-A080-90434FBDEBA0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Retriever: Fetch brand content </a:t>
          </a:r>
        </a:p>
      </dsp:txBody>
      <dsp:txXfrm>
        <a:off x="2925830" y="1501109"/>
        <a:ext cx="2081527" cy="1292417"/>
      </dsp:txXfrm>
    </dsp:sp>
    <dsp:sp modelId="{E8817943-EE8C-475A-95FE-072D4AC4C696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1DCEF-72F0-4BFA-B291-89416C0068C3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Interpreter: Generate the hooks and tone</a:t>
          </a:r>
        </a:p>
      </dsp:txBody>
      <dsp:txXfrm>
        <a:off x="5568208" y="1501109"/>
        <a:ext cx="2081527" cy="1292417"/>
      </dsp:txXfrm>
    </dsp:sp>
    <dsp:sp modelId="{99B51C4A-728B-4086-98E4-CE4A49AFE34F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DEF25-DD62-4AC7-BD7A-C255EF7DA75E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Router: Decide next action </a:t>
          </a:r>
        </a:p>
      </dsp:txBody>
      <dsp:txXfrm>
        <a:off x="8210585" y="1501109"/>
        <a:ext cx="2081527" cy="12924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3AFF4-DC5E-4541-8A56-1E10F621A5A8}">
      <dsp:nvSpPr>
        <dsp:cNvPr id="0" name=""/>
        <dsp:cNvSpPr/>
      </dsp:nvSpPr>
      <dsp:spPr>
        <a:xfrm>
          <a:off x="3532" y="1395826"/>
          <a:ext cx="1721380" cy="109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6847C-4F3B-4B48-8FE4-EFE5DE3B3C1F}">
      <dsp:nvSpPr>
        <dsp:cNvPr id="0" name=""/>
        <dsp:cNvSpPr/>
      </dsp:nvSpPr>
      <dsp:spPr>
        <a:xfrm>
          <a:off x="194797" y="1577527"/>
          <a:ext cx="1721380" cy="109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LangGraph (workflow)</a:t>
          </a:r>
        </a:p>
      </dsp:txBody>
      <dsp:txXfrm>
        <a:off x="226812" y="1609542"/>
        <a:ext cx="1657350" cy="1029046"/>
      </dsp:txXfrm>
    </dsp:sp>
    <dsp:sp modelId="{4C3D952E-1A38-4A93-BEBB-8AF48C0DAE3C}">
      <dsp:nvSpPr>
        <dsp:cNvPr id="0" name=""/>
        <dsp:cNvSpPr/>
      </dsp:nvSpPr>
      <dsp:spPr>
        <a:xfrm>
          <a:off x="2107442" y="1395826"/>
          <a:ext cx="1721380" cy="109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7F717-C640-4CF6-9BB2-1A33FB953554}">
      <dsp:nvSpPr>
        <dsp:cNvPr id="0" name=""/>
        <dsp:cNvSpPr/>
      </dsp:nvSpPr>
      <dsp:spPr>
        <a:xfrm>
          <a:off x="2298706" y="1577527"/>
          <a:ext cx="1721380" cy="109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Gemini (LLM)</a:t>
          </a:r>
        </a:p>
      </dsp:txBody>
      <dsp:txXfrm>
        <a:off x="2330721" y="1609542"/>
        <a:ext cx="1657350" cy="1029046"/>
      </dsp:txXfrm>
    </dsp:sp>
    <dsp:sp modelId="{C7DDDD49-86CD-4BE4-BCE3-BA4F7C7AD526}">
      <dsp:nvSpPr>
        <dsp:cNvPr id="0" name=""/>
        <dsp:cNvSpPr/>
      </dsp:nvSpPr>
      <dsp:spPr>
        <a:xfrm>
          <a:off x="4211352" y="1395826"/>
          <a:ext cx="1721380" cy="109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14539-B009-4FD8-A56C-32A8EADE62E9}">
      <dsp:nvSpPr>
        <dsp:cNvPr id="0" name=""/>
        <dsp:cNvSpPr/>
      </dsp:nvSpPr>
      <dsp:spPr>
        <a:xfrm>
          <a:off x="4402616" y="1577527"/>
          <a:ext cx="1721380" cy="109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FAISS (memory)</a:t>
          </a:r>
        </a:p>
      </dsp:txBody>
      <dsp:txXfrm>
        <a:off x="4434631" y="1609542"/>
        <a:ext cx="1657350" cy="1029046"/>
      </dsp:txXfrm>
    </dsp:sp>
    <dsp:sp modelId="{AADAF593-00F0-4AA6-8250-D8E02C724634}">
      <dsp:nvSpPr>
        <dsp:cNvPr id="0" name=""/>
        <dsp:cNvSpPr/>
      </dsp:nvSpPr>
      <dsp:spPr>
        <a:xfrm>
          <a:off x="6315262" y="1395826"/>
          <a:ext cx="1721380" cy="109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B07A8-D185-4261-B3E2-A255503E1F63}">
      <dsp:nvSpPr>
        <dsp:cNvPr id="0" name=""/>
        <dsp:cNvSpPr/>
      </dsp:nvSpPr>
      <dsp:spPr>
        <a:xfrm>
          <a:off x="6506526" y="1577527"/>
          <a:ext cx="1721380" cy="109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Sheets, Notion , Stack, Airtable</a:t>
          </a:r>
        </a:p>
      </dsp:txBody>
      <dsp:txXfrm>
        <a:off x="6538541" y="1609542"/>
        <a:ext cx="1657350" cy="1029046"/>
      </dsp:txXfrm>
    </dsp:sp>
    <dsp:sp modelId="{A0859169-3043-4BE0-9222-49FC0DE2C158}">
      <dsp:nvSpPr>
        <dsp:cNvPr id="0" name=""/>
        <dsp:cNvSpPr/>
      </dsp:nvSpPr>
      <dsp:spPr>
        <a:xfrm>
          <a:off x="8419172" y="1395826"/>
          <a:ext cx="1721380" cy="1093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9E62A-EF0B-494F-8951-C7B38A1CC0B3}">
      <dsp:nvSpPr>
        <dsp:cNvPr id="0" name=""/>
        <dsp:cNvSpPr/>
      </dsp:nvSpPr>
      <dsp:spPr>
        <a:xfrm>
          <a:off x="8610436" y="1577527"/>
          <a:ext cx="1721380" cy="10930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LangSmith (logs)</a:t>
          </a:r>
        </a:p>
      </dsp:txBody>
      <dsp:txXfrm>
        <a:off x="8642451" y="1609542"/>
        <a:ext cx="1657350" cy="10290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B604F-D04A-4474-B45B-44A33C48FACC}">
      <dsp:nvSpPr>
        <dsp:cNvPr id="0" name=""/>
        <dsp:cNvSpPr/>
      </dsp:nvSpPr>
      <dsp:spPr>
        <a:xfrm>
          <a:off x="1261" y="1503459"/>
          <a:ext cx="1430699" cy="908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4A8D7-2334-43FB-A8E4-2282B1232C9E}">
      <dsp:nvSpPr>
        <dsp:cNvPr id="0" name=""/>
        <dsp:cNvSpPr/>
      </dsp:nvSpPr>
      <dsp:spPr>
        <a:xfrm>
          <a:off x="160228" y="1654477"/>
          <a:ext cx="1430699" cy="9084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 brief</a:t>
          </a:r>
        </a:p>
      </dsp:txBody>
      <dsp:txXfrm>
        <a:off x="186837" y="1681086"/>
        <a:ext cx="1377481" cy="855275"/>
      </dsp:txXfrm>
    </dsp:sp>
    <dsp:sp modelId="{31D645DF-2503-4692-BB9A-53D0E54E75D0}">
      <dsp:nvSpPr>
        <dsp:cNvPr id="0" name=""/>
        <dsp:cNvSpPr/>
      </dsp:nvSpPr>
      <dsp:spPr>
        <a:xfrm>
          <a:off x="1749893" y="1503459"/>
          <a:ext cx="1430699" cy="908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736CE-FCFD-4855-82E6-5BE8778BAA33}">
      <dsp:nvSpPr>
        <dsp:cNvPr id="0" name=""/>
        <dsp:cNvSpPr/>
      </dsp:nvSpPr>
      <dsp:spPr>
        <a:xfrm>
          <a:off x="1908860" y="1654477"/>
          <a:ext cx="1430699" cy="9084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Parse data</a:t>
          </a:r>
        </a:p>
      </dsp:txBody>
      <dsp:txXfrm>
        <a:off x="1935469" y="1681086"/>
        <a:ext cx="1377481" cy="855275"/>
      </dsp:txXfrm>
    </dsp:sp>
    <dsp:sp modelId="{D730C4C3-C687-4D8A-8503-D5B069D9F162}">
      <dsp:nvSpPr>
        <dsp:cNvPr id="0" name=""/>
        <dsp:cNvSpPr/>
      </dsp:nvSpPr>
      <dsp:spPr>
        <a:xfrm>
          <a:off x="3498526" y="1503459"/>
          <a:ext cx="1430699" cy="908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A397F-5DD2-4DF1-8F26-18B34EE3C03D}">
      <dsp:nvSpPr>
        <dsp:cNvPr id="0" name=""/>
        <dsp:cNvSpPr/>
      </dsp:nvSpPr>
      <dsp:spPr>
        <a:xfrm>
          <a:off x="3657492" y="1654477"/>
          <a:ext cx="1430699" cy="9084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Retrieve the content </a:t>
          </a:r>
        </a:p>
      </dsp:txBody>
      <dsp:txXfrm>
        <a:off x="3684101" y="1681086"/>
        <a:ext cx="1377481" cy="855275"/>
      </dsp:txXfrm>
    </dsp:sp>
    <dsp:sp modelId="{CD12F664-9B55-49FF-8A20-C38ACA495B89}">
      <dsp:nvSpPr>
        <dsp:cNvPr id="0" name=""/>
        <dsp:cNvSpPr/>
      </dsp:nvSpPr>
      <dsp:spPr>
        <a:xfrm>
          <a:off x="5247158" y="1503459"/>
          <a:ext cx="1430699" cy="908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B163F-B660-4CA1-9C3B-1C9AC6E3C2F6}">
      <dsp:nvSpPr>
        <dsp:cNvPr id="0" name=""/>
        <dsp:cNvSpPr/>
      </dsp:nvSpPr>
      <dsp:spPr>
        <a:xfrm>
          <a:off x="5406124" y="1654477"/>
          <a:ext cx="1430699" cy="9084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Interpret it </a:t>
          </a:r>
        </a:p>
      </dsp:txBody>
      <dsp:txXfrm>
        <a:off x="5432733" y="1681086"/>
        <a:ext cx="1377481" cy="855275"/>
      </dsp:txXfrm>
    </dsp:sp>
    <dsp:sp modelId="{7801D0A3-FDBD-4E31-BC16-28E8E6BBA810}">
      <dsp:nvSpPr>
        <dsp:cNvPr id="0" name=""/>
        <dsp:cNvSpPr/>
      </dsp:nvSpPr>
      <dsp:spPr>
        <a:xfrm>
          <a:off x="6995790" y="1503459"/>
          <a:ext cx="1430699" cy="908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97E92-985D-4F52-8EB5-9FADFDB5EAE7}">
      <dsp:nvSpPr>
        <dsp:cNvPr id="0" name=""/>
        <dsp:cNvSpPr/>
      </dsp:nvSpPr>
      <dsp:spPr>
        <a:xfrm>
          <a:off x="7154757" y="1654477"/>
          <a:ext cx="1430699" cy="9084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Route</a:t>
          </a:r>
        </a:p>
      </dsp:txBody>
      <dsp:txXfrm>
        <a:off x="7181366" y="1681086"/>
        <a:ext cx="1377481" cy="855275"/>
      </dsp:txXfrm>
    </dsp:sp>
    <dsp:sp modelId="{BA7F8621-6F27-4DE1-B394-E35ACD146FA0}">
      <dsp:nvSpPr>
        <dsp:cNvPr id="0" name=""/>
        <dsp:cNvSpPr/>
      </dsp:nvSpPr>
      <dsp:spPr>
        <a:xfrm>
          <a:off x="8744422" y="1503459"/>
          <a:ext cx="1430699" cy="908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CD6B9-A989-42E5-9DCF-3C7193C35C53}">
      <dsp:nvSpPr>
        <dsp:cNvPr id="0" name=""/>
        <dsp:cNvSpPr/>
      </dsp:nvSpPr>
      <dsp:spPr>
        <a:xfrm>
          <a:off x="8903389" y="1654477"/>
          <a:ext cx="1430699" cy="9084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 the output</a:t>
          </a:r>
        </a:p>
      </dsp:txBody>
      <dsp:txXfrm>
        <a:off x="8929998" y="1681086"/>
        <a:ext cx="1377481" cy="8552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97D42-D19B-42FD-B397-35122BAF1441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772E7-E4F7-44D0-BD8C-20D6C2502490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Missing fields – Asks for clarifications </a:t>
          </a:r>
        </a:p>
      </dsp:txBody>
      <dsp:txXfrm>
        <a:off x="283453" y="1501109"/>
        <a:ext cx="2081527" cy="1292417"/>
      </dsp:txXfrm>
    </dsp:sp>
    <dsp:sp modelId="{B917F3FB-C1F9-41BC-9931-EF5C77E0795F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2DE94-4988-4E3C-8BB7-F2D7766C5547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Unknown brand – Flag</a:t>
          </a:r>
        </a:p>
      </dsp:txBody>
      <dsp:txXfrm>
        <a:off x="2925830" y="1501109"/>
        <a:ext cx="2081527" cy="1292417"/>
      </dsp:txXfrm>
    </dsp:sp>
    <dsp:sp modelId="{D4E37AC7-473D-427B-B11F-45E11AF60C95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5F7C6-7D10-4763-9B3F-4687EEE69B95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Scriptwriter unavailable – Fallback </a:t>
          </a:r>
        </a:p>
      </dsp:txBody>
      <dsp:txXfrm>
        <a:off x="5568208" y="1501109"/>
        <a:ext cx="2081527" cy="1292417"/>
      </dsp:txXfrm>
    </dsp:sp>
    <dsp:sp modelId="{2F6FF5B5-6350-41E5-9AB6-E823DF8DEDAA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355B6-42AA-4E19-B24B-FA0CCB732391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Broke URL – Continue safely </a:t>
          </a:r>
        </a:p>
      </dsp:txBody>
      <dsp:txXfrm>
        <a:off x="8210585" y="1501109"/>
        <a:ext cx="2081527" cy="12924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EF953-0388-4A04-A28C-748BAC7E3ABD}">
      <dsp:nvSpPr>
        <dsp:cNvPr id="0" name=""/>
        <dsp:cNvSpPr/>
      </dsp:nvSpPr>
      <dsp:spPr>
        <a:xfrm>
          <a:off x="3027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64677-9C4F-470B-995D-89E6E6ADC4E3}">
      <dsp:nvSpPr>
        <dsp:cNvPr id="0" name=""/>
        <dsp:cNvSpPr/>
      </dsp:nvSpPr>
      <dsp:spPr>
        <a:xfrm>
          <a:off x="243244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End to end working system </a:t>
          </a:r>
        </a:p>
      </dsp:txBody>
      <dsp:txXfrm>
        <a:off x="283453" y="1501109"/>
        <a:ext cx="2081527" cy="1292417"/>
      </dsp:txXfrm>
    </dsp:sp>
    <dsp:sp modelId="{FCF53C29-65D8-4BF8-AF40-A0C3A13AA99B}">
      <dsp:nvSpPr>
        <dsp:cNvPr id="0" name=""/>
        <dsp:cNvSpPr/>
      </dsp:nvSpPr>
      <dsp:spPr>
        <a:xfrm>
          <a:off x="2645405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86D17-7491-486F-A74D-DCC184B6E036}">
      <dsp:nvSpPr>
        <dsp:cNvPr id="0" name=""/>
        <dsp:cNvSpPr/>
      </dsp:nvSpPr>
      <dsp:spPr>
        <a:xfrm>
          <a:off x="2885621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Maximum agentic decisions</a:t>
          </a:r>
        </a:p>
      </dsp:txBody>
      <dsp:txXfrm>
        <a:off x="2925830" y="1501109"/>
        <a:ext cx="2081527" cy="1292417"/>
      </dsp:txXfrm>
    </dsp:sp>
    <dsp:sp modelId="{B40F8581-1E5F-449D-AFC4-9B1A1221F37E}">
      <dsp:nvSpPr>
        <dsp:cNvPr id="0" name=""/>
        <dsp:cNvSpPr/>
      </dsp:nvSpPr>
      <dsp:spPr>
        <a:xfrm>
          <a:off x="5287783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D661E-13DE-40C9-8492-8BEF6B2F91DB}">
      <dsp:nvSpPr>
        <dsp:cNvPr id="0" name=""/>
        <dsp:cNvSpPr/>
      </dsp:nvSpPr>
      <dsp:spPr>
        <a:xfrm>
          <a:off x="5527999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Handles edge cases</a:t>
          </a:r>
        </a:p>
      </dsp:txBody>
      <dsp:txXfrm>
        <a:off x="5568208" y="1501109"/>
        <a:ext cx="2081527" cy="1292417"/>
      </dsp:txXfrm>
    </dsp:sp>
    <dsp:sp modelId="{C08CB1B7-EE6D-4E93-BB5F-CDED135FA21B}">
      <dsp:nvSpPr>
        <dsp:cNvPr id="0" name=""/>
        <dsp:cNvSpPr/>
      </dsp:nvSpPr>
      <dsp:spPr>
        <a:xfrm>
          <a:off x="7930160" y="1232695"/>
          <a:ext cx="2161945" cy="1372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21AE5-53D0-4BE2-91FB-229A6D5AF742}">
      <dsp:nvSpPr>
        <dsp:cNvPr id="0" name=""/>
        <dsp:cNvSpPr/>
      </dsp:nvSpPr>
      <dsp:spPr>
        <a:xfrm>
          <a:off x="8170376" y="1460900"/>
          <a:ext cx="2161945" cy="1372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Clear architecture</a:t>
          </a:r>
        </a:p>
      </dsp:txBody>
      <dsp:txXfrm>
        <a:off x="8210585" y="1501109"/>
        <a:ext cx="2081527" cy="1292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5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5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2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3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6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2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6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2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0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17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1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7000" b="1" kern="1200">
                <a:latin typeface="+mj-lt"/>
                <a:ea typeface="+mj-ea"/>
                <a:cs typeface="+mj-cs"/>
              </a:rPr>
              <a:t>BriefFlow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3544" y="445381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Content Brief to Script Pipeline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Agentic AI Hackathon 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/>
              <a:t>Team Members-Jagan Kumar Swain and Ratish Ranjan Sahu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522B4-2A5A-8602-57B4-E351BBAA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Why PS-2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3C1721-5A87-C66D-51B6-BF769F0E46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819630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368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3A89-2A48-91F8-3F15-FAC973F1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Problems to be solved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365E39-A0B9-AE91-60C6-71945B576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447330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69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185C3-CCBD-BD19-133F-050C32E5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74" y="780553"/>
            <a:ext cx="3417867" cy="116538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Objective </a:t>
            </a:r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54F8CC87-2D1C-DD2D-B15C-61A7A4806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782745"/>
              </p:ext>
            </p:extLst>
          </p:nvPr>
        </p:nvGraphicFramePr>
        <p:xfrm>
          <a:off x="930876" y="1938415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235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6A3F7-2532-9388-7D92-F89792FFA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Agentic System</a:t>
            </a:r>
            <a:br>
              <a:rPr lang="en-US"/>
            </a:b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C2A82D-DC3D-C74F-A3ED-96D3C53E15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015532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915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7B7D1-A3E6-A567-31B1-FFCD5056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System </a:t>
            </a:r>
            <a:r>
              <a:rPr lang="en-US"/>
              <a:t>Architecture 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01F534-93AC-9712-760D-814B3569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1716" y="558869"/>
            <a:ext cx="6883572" cy="605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9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0BE1E-83A7-03E7-0EAC-EF513065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Core Agents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D23EB92-DDBB-40B6-A8C0-D030B4486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26633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574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C44F8-EB8D-054F-6A90-18CF0DF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Tech Stack 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DC002B9-DEBE-04C7-597A-529C77394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788160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206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B94B7-5B8F-20A5-0045-01B47E78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1DBA1B-87DC-9345-98B3-877941800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907842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2336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59825-5100-4D8A-A4D7-5DA89D32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Edge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03B02-1258-A52D-416D-AC6D3AE1E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269911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369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7B5634-D7C3-B399-9D48-8E54FDAE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Agent Decision Proof 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B17B3E19-A9CE-BA98-255A-4FE218E9B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Parser </a:t>
            </a:r>
          </a:p>
        </p:txBody>
      </p:sp>
      <p:pic>
        <p:nvPicPr>
          <p:cNvPr id="43" name="Picture 4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3FEFB2-4138-10E0-B343-BD56F71B6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088" y="1352328"/>
            <a:ext cx="7682039" cy="491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9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61FEBE-B024-E867-ADF8-B65D117A2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ABBA8-4FB2-6EB8-D76C-5DC33643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87" y="466483"/>
            <a:ext cx="59535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Interpreter </a:t>
            </a:r>
          </a:p>
        </p:txBody>
      </p:sp>
      <p:pic>
        <p:nvPicPr>
          <p:cNvPr id="5" name="Picture 4" descr="A screenshot of a white text">
            <a:extLst>
              <a:ext uri="{FF2B5EF4-FFF2-40B4-BE49-F238E27FC236}">
                <a16:creationId xmlns:a16="http://schemas.microsoft.com/office/drawing/2014/main" id="{4A6E8566-7D4E-FF9E-F68D-7E3675F8D9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" r="7309" b="3"/>
          <a:stretch>
            <a:fillRect/>
          </a:stretch>
        </p:blipFill>
        <p:spPr>
          <a:xfrm>
            <a:off x="6095745" y="2553626"/>
            <a:ext cx="4756982" cy="3403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3212F-29E4-3D93-E7D5-CD8F1D605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87" y="2130552"/>
            <a:ext cx="5459358" cy="449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26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B0FDB-14A4-F26B-DA62-73434355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/>
              <a:t>Router 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FBE5105-5DC2-C6A8-652E-310BB658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685" y="2784655"/>
            <a:ext cx="4919650" cy="2951911"/>
          </a:xfrm>
          <a:prstGeom prst="rect">
            <a:avLst/>
          </a:prstGeom>
        </p:spPr>
      </p:pic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8698656-7636-D507-8500-20A270087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848" y="2784655"/>
            <a:ext cx="4919652" cy="31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19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8D483-7222-6513-5FE4-59C93DA7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/>
              <a:t>APIs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9A611E-63A5-4DD3-0208-D76863D5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8" y="2305576"/>
            <a:ext cx="10862550" cy="408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18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0D5A0-C3D5-056E-3011-A272B954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Why This Scores High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9D011D-1747-13EA-9B4F-7A16D69C0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096673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87190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207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VanillaVTI</vt:lpstr>
      <vt:lpstr>BriefFlow AI</vt:lpstr>
      <vt:lpstr>Why PS-2</vt:lpstr>
      <vt:lpstr>Problems to be solved</vt:lpstr>
      <vt:lpstr>Objective </vt:lpstr>
      <vt:lpstr>Agentic System </vt:lpstr>
      <vt:lpstr>System Architecture </vt:lpstr>
      <vt:lpstr>Core Agents</vt:lpstr>
      <vt:lpstr>Tech Stack </vt:lpstr>
      <vt:lpstr>Workflow</vt:lpstr>
      <vt:lpstr>Edge Cases</vt:lpstr>
      <vt:lpstr>Agent Decision Proof </vt:lpstr>
      <vt:lpstr>Interpreter </vt:lpstr>
      <vt:lpstr>Router </vt:lpstr>
      <vt:lpstr>APIs</vt:lpstr>
      <vt:lpstr>Why This Scores High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Jagan Kumar Swain</dc:creator>
  <cp:lastModifiedBy>Jagan Kumar Swain</cp:lastModifiedBy>
  <cp:revision>322</cp:revision>
  <dcterms:created xsi:type="dcterms:W3CDTF">2026-04-03T06:34:48Z</dcterms:created>
  <dcterms:modified xsi:type="dcterms:W3CDTF">2026-04-03T11:13:56Z</dcterms:modified>
</cp:coreProperties>
</file>