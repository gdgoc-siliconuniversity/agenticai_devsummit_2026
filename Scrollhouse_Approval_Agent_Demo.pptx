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/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Scrollhouse Approval Agent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40% Deterministic | 60% Agentic LLM</a:t>
            </a:r>
          </a:p>
          <a:p>
            <a:r>
              <a:rPr sz="2000"/>
              <a:t>Gemini 2.5 Flash</a:t>
            </a:r>
          </a:p>
          <a:p>
            <a:r>
              <a:rPr sz="2000"/>
              <a:t/>
            </a:r>
          </a:p>
          <a:p>
            <a:r>
              <a:rPr sz="2000"/>
              <a:t>Live Demo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The Problem: PS-04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Operational Failure:</a:t>
            </a:r>
          </a:p>
          <a:p>
            <a:r>
              <a:rPr sz="2000"/>
              <a:t>&gt; 22 clients, 8-15 scripts in approval loop</a:t>
            </a:r>
          </a:p>
          <a:p>
            <a:r>
              <a:rPr sz="2000"/>
              <a:t>&gt; Team lead manages '15 conversations in head'</a:t>
            </a:r>
          </a:p>
          <a:p>
            <a:r>
              <a:rPr sz="2000"/>
              <a:t/>
            </a:r>
          </a:p>
          <a:p>
            <a:r>
              <a:rPr sz="2000"/>
              <a:t>Business Cost:</a:t>
            </a:r>
          </a:p>
          <a:p>
            <a:r>
              <a:rPr sz="2000"/>
              <a:t>&gt; Missed deadlines: 5+ days without follow-up</a:t>
            </a:r>
          </a:p>
          <a:p>
            <a:r>
              <a:rPr sz="2000"/>
              <a:t>&gt; Lost production: 11-day delay from WhatsApp miss</a:t>
            </a:r>
          </a:p>
          <a:p>
            <a:r>
              <a:rPr sz="2000"/>
              <a:t>&gt; Manual overhead: 3-4 hours/week chasing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System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TRIGGER -&gt; DETERMINISTIC (40%) -&gt; AGENTIC LLM (60%) -&gt; OUTPUTS</a:t>
            </a:r>
          </a:p>
          <a:p>
            <a:r>
              <a:rPr sz="2000"/>
              <a:t/>
            </a:r>
          </a:p>
          <a:p>
            <a:r>
              <a:rPr sz="2000"/>
              <a:t>DETERMINISTIC: Database, HTTP Server, Scheduler, Router</a:t>
            </a:r>
          </a:p>
          <a:p>
            <a:r>
              <a:rPr sz="2000"/>
              <a:t>AGENTIC LLM: Intent Classifier, Follow-up Generator, Revision Extractor, Escalation Reasoner</a:t>
            </a:r>
          </a:p>
          <a:p>
            <a:r>
              <a:rPr sz="2000"/>
              <a:t/>
            </a:r>
          </a:p>
          <a:p>
            <a:r>
              <a:rPr sz="2000"/>
              <a:t>OUTPUTS: Approval Request -&gt; Follow-ups -&gt; Production Queue -&gt; Escalation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Where LLM Makes Decisions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[BLUE] INTENT CLASSIFIER: Reads response -&gt; Decides approve/revision/reject</a:t>
            </a:r>
          </a:p>
          <a:p>
            <a:r>
              <a:rPr sz="2000"/>
              <a:t>[BLUE] FOLLOW-UP GENERATOR: Reads time elapsed -&gt; Crafts contextual message</a:t>
            </a:r>
          </a:p>
          <a:p>
            <a:r>
              <a:rPr sz="2000"/>
              <a:t>[BLUE] REVISION EXTRACTOR: Reads feedback -&gt; Structures specific changes</a:t>
            </a:r>
          </a:p>
          <a:p>
            <a:r>
              <a:rPr sz="2000"/>
              <a:t>[BLUE] ESCALATION REASONER: Reads history -&gt; Explains why escalate</a:t>
            </a:r>
          </a:p>
          <a:p>
            <a:r>
              <a:rPr sz="2000"/>
              <a:t/>
            </a:r>
          </a:p>
          <a:p>
            <a:r>
              <a:rPr sz="2000"/>
              <a:t>4 LLM Decision Nodes | 0 Hardcoded Responses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The Agentic Loop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INPUT: Client says 'The tone is wrong, make it professional'</a:t>
            </a:r>
          </a:p>
          <a:p>
            <a:r>
              <a:rPr sz="2000"/>
              <a:t/>
            </a:r>
          </a:p>
          <a:p>
            <a:r>
              <a:rPr sz="2000"/>
              <a:t>Step 1: System receives response</a:t>
            </a:r>
          </a:p>
          <a:p>
            <a:r>
              <a:rPr sz="2000"/>
              <a:t>Step 2: [BLUE] LLM READS AND REASONS -&gt; Classifies as 'revision'</a:t>
            </a:r>
          </a:p>
          <a:p>
            <a:r>
              <a:rPr sz="2000"/>
              <a:t>Step 3: Deterministic Tool -&gt; Update database status</a:t>
            </a:r>
          </a:p>
          <a:p>
            <a:r>
              <a:rPr sz="2000"/>
              <a:t>Step 4: [BLUE] LLM EVALUATES -&gt; Extracts structured changes</a:t>
            </a:r>
          </a:p>
          <a:p>
            <a:r>
              <a:rPr sz="2000"/>
              <a:t>Step 5: Next Action -&gt; Create revision task</a:t>
            </a:r>
          </a:p>
          <a:p>
            <a:r>
              <a:rPr sz="2000"/>
              <a:t>Step 6: Loop Complete -&gt; Waiting for revision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Edge Cases Handled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EDGE CASE 1: Informal Language ('thumbs up', 'looks good')</a:t>
            </a:r>
          </a:p>
          <a:p>
            <a:r>
              <a:rPr sz="2000"/>
              <a:t>-&gt; LLM recognizes approval intent -&gt; Auto-approved</a:t>
            </a:r>
          </a:p>
          <a:p>
            <a:r>
              <a:rPr sz="2000"/>
              <a:t/>
            </a:r>
          </a:p>
          <a:p>
            <a:r>
              <a:rPr sz="2000"/>
              <a:t>EDGE CASE 2: Out-of-Sequence Reply</a:t>
            </a:r>
          </a:p>
          <a:p>
            <a:r>
              <a:rPr sz="2000"/>
              <a:t>-&gt; Version matching prevents wrong version review</a:t>
            </a:r>
          </a:p>
          <a:p>
            <a:r>
              <a:rPr sz="2000"/>
              <a:t/>
            </a:r>
          </a:p>
          <a:p>
            <a:r>
              <a:rPr sz="2000"/>
              <a:t>EDGE CASE 3: Partial Feedback</a:t>
            </a:r>
          </a:p>
          <a:p>
            <a:r>
              <a:rPr sz="2000"/>
              <a:t>-&gt; Separates approved sections from revision requests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Automated vs Agentic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AUTOMATED (40%) - Deterministic:</a:t>
            </a:r>
          </a:p>
          <a:p>
            <a:r>
              <a:rPr sz="2000"/>
              <a:t>&gt; Database CRUD | &gt; HTTP routing | &gt; Scheduling | &gt; Channel delivery</a:t>
            </a:r>
          </a:p>
          <a:p>
            <a:r>
              <a:rPr sz="2000"/>
              <a:t/>
            </a:r>
          </a:p>
          <a:p>
            <a:r>
              <a:rPr sz="2000"/>
              <a:t>AGENTIC (60%) - LLM-Driven:</a:t>
            </a:r>
          </a:p>
          <a:p>
            <a:r>
              <a:rPr sz="2000"/>
              <a:t>[BLUE] Intent classification | [BLUE] Follow-up generation</a:t>
            </a:r>
          </a:p>
          <a:p>
            <a:r>
              <a:rPr sz="2000"/>
              <a:t>[BLUE] Revision extraction | [BLUE] Escalation reasoning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Live Demo - Terminal Output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$ python approval_agent.py</a:t>
            </a:r>
          </a:p>
          <a:p>
            <a:r>
              <a:rPr sz="2000"/>
              <a:t/>
            </a:r>
          </a:p>
          <a:p>
            <a:r>
              <a:rPr sz="2000"/>
              <a:t>===============================================</a:t>
            </a:r>
          </a:p>
          <a:p>
            <a:r>
              <a:rPr sz="2000"/>
              <a:t>     SCROLLHOUSE APPROVAL AGENT</a:t>
            </a:r>
          </a:p>
          <a:p>
            <a:r>
              <a:rPr sz="2000"/>
              <a:t>     Server: http://localhost:8000</a:t>
            </a:r>
          </a:p>
          <a:p>
            <a:r>
              <a:rPr sz="2000"/>
              <a:t>===============================================</a:t>
            </a:r>
          </a:p>
          <a:p>
            <a:r>
              <a:rPr sz="2000"/>
              <a:t/>
            </a:r>
          </a:p>
          <a:p>
            <a:r>
              <a:rPr sz="2000"/>
              <a:t>Approval request sent to Acme Corp</a:t>
            </a:r>
          </a:p>
          <a:p>
            <a:r>
              <a:rPr sz="2000"/>
              <a:t>Processing response for SCRIPT_001</a:t>
            </a:r>
          </a:p>
          <a:p>
            <a:r>
              <a:rPr sz="2000"/>
              <a:t>LLM Analysis: approved (confidence: 0.95)</a:t>
            </a:r>
          </a:p>
          <a:p>
            <a:r>
              <a:rPr sz="2000"/>
              <a:t>APPROVED: SCRIPT_001 -&gt; Added to production queue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&gt; No more manual follow-up chasing (saves 3-4 hours/week)</a:t>
            </a:r>
          </a:p>
          <a:p>
            <a:r>
              <a:rPr sz="2000"/>
              <a:t>&gt; No more missed approvals or delayed production</a:t>
            </a:r>
          </a:p>
          <a:p>
            <a:r>
              <a:rPr sz="2000"/>
              <a:t>&gt; Every script tracked from submission to production</a:t>
            </a:r>
          </a:p>
          <a:p>
            <a:r>
              <a:rPr sz="2000"/>
              <a:t>&gt; Handles informal language (thumbs up, 'looks good')</a:t>
            </a:r>
          </a:p>
          <a:p>
            <a:r>
              <a:rPr sz="2000"/>
              <a:t>&gt; Automatic escalation at 72 hours with reasoning</a:t>
            </a:r>
          </a:p>
          <a:p>
            <a:r>
              <a:rPr sz="2000"/>
              <a:t/>
            </a:r>
          </a:p>
          <a:p>
            <a:r>
              <a:rPr sz="2000"/>
              <a:t>-&gt; Production-ready agent running locally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863600"/>
          </a:xfrm>
        </p:spPr>
        <p:txBody>
          <a:bodyPr/>
          <a:p>
            <a:r>
              <a:rPr sz="4400" b="1"/>
              <a:t>Questions?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114800"/>
          </a:xfrm>
        </p:spPr>
        <p:txBody>
          <a:bodyPr/>
          <a:p>
            <a:r>
              <a:rPr sz="2000"/>
              <a:t>Thank you for your time!</a:t>
            </a:r>
          </a:p>
          <a:p>
            <a:r>
              <a:rPr sz="2000"/>
              <a:t/>
            </a:r>
          </a:p>
          <a:p>
            <a:r>
              <a:rPr sz="2000"/>
              <a:t>Demo available at: http://localhost:8000</a:t>
            </a:r>
          </a:p>
          <a:p>
            <a:r>
              <a:rPr sz="2000"/>
              <a:t>Architecture: 40% Deterministic | 60% Agentic LLM</a:t>
            </a:r>
          </a:p>
          <a:p>
            <a:r>
              <a:rPr sz="2000"/>
              <a:t>Model: Gemini 2.5 Flash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mtScheme/>
  </a:themeElements>
</a:theme>
</file>

<file path=docProps/app.xml><?xml version="1.0" encoding="utf-8"?>
<Properties xmlns="http://schemas.openxmlformats.org/officeDocument/2006/extended-properties">
  <Application>Microsoft Office PowerPoint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Scrollhouse Approval Agent Demo</dc:title>
  <dc:creator>Scrollhouse Team</dc:creator>
  <cp:lastModifiedBy>Scrollhouse</cp:lastModifiedBy>
  <dcterms:created xsi:type="dcterms:W3CDTF">2026-04-03T15:16:39.817318</dcterms:created>
  <dcterms:modified xsi:type="dcterms:W3CDTF">2026-04-03T15:16:39.817333</dcterms:modified>
</cp:coreProperties>
</file>