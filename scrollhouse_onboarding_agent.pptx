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A9263"/>
    <a:srgbClr val="7D36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97412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Scrollhouse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365760" y="1600200"/>
            <a:ext cx="84898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Onboarding Agent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2265599" y="2379199"/>
            <a:ext cx="4114800" cy="45720"/>
          </a:xfrm>
          <a:prstGeom prst="rect">
            <a:avLst/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65760" y="2514600"/>
            <a:ext cx="84898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45-minute manual process to a fully automated, error-free onboarding system</a:t>
            </a:r>
            <a:endParaRPr lang="en-US" sz="1500" dirty="0"/>
          </a:p>
        </p:txBody>
      </p:sp>
      <p:sp>
        <p:nvSpPr>
          <p:cNvPr id="17" name="Shape 0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0">
            <a:extLst>
              <a:ext uri="{FF2B5EF4-FFF2-40B4-BE49-F238E27FC236}">
                <a16:creationId xmlns:a16="http://schemas.microsoft.com/office/drawing/2014/main" id="{61E3D56F-F3D0-76E2-F47E-18D57EDA3587}"/>
              </a:ext>
            </a:extLst>
          </p:cNvPr>
          <p:cNvSpPr/>
          <p:nvPr/>
        </p:nvSpPr>
        <p:spPr>
          <a:xfrm>
            <a:off x="109728" y="0"/>
            <a:ext cx="8924541" cy="73152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9" name="Shape 0">
            <a:extLst>
              <a:ext uri="{FF2B5EF4-FFF2-40B4-BE49-F238E27FC236}">
                <a16:creationId xmlns:a16="http://schemas.microsoft.com/office/drawing/2014/main" id="{75C466C0-99F0-6F72-DB0A-1EC77923C97F}"/>
              </a:ext>
            </a:extLst>
          </p:cNvPr>
          <p:cNvSpPr/>
          <p:nvPr/>
        </p:nvSpPr>
        <p:spPr>
          <a:xfrm rot="16200000">
            <a:off x="6517385" y="2516884"/>
            <a:ext cx="5143499" cy="109731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026" name="Picture 2" descr="Content Creator Social Influencers Speech Icon Label Design Vector 24208479  Vector Art at Vecteezy">
            <a:extLst>
              <a:ext uri="{FF2B5EF4-FFF2-40B4-BE49-F238E27FC236}">
                <a16:creationId xmlns:a16="http://schemas.microsoft.com/office/drawing/2014/main" id="{742BAB7A-6DA6-ADF2-F4F3-085AD00F70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/>
          <a:srcRect l="21268" t="14888" r="21329" b="16282"/>
          <a:stretch>
            <a:fillRect/>
          </a:stretch>
        </p:blipFill>
        <p:spPr bwMode="auto">
          <a:xfrm>
            <a:off x="4078927" y="3172968"/>
            <a:ext cx="1484142" cy="1779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5120640" cy="804672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54864" cy="804672"/>
          </a:xfrm>
          <a:prstGeom prst="rect">
            <a:avLst/>
          </a:prstGeom>
          <a:solidFill>
            <a:srgbClr val="E55C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02920" y="101498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45 min per client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307592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manual steps, every single onboarding, with zero creative value.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920240"/>
            <a:ext cx="512064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54864" cy="804672"/>
          </a:xfrm>
          <a:prstGeom prst="rect">
            <a:avLst/>
          </a:prstGeom>
          <a:solidFill>
            <a:srgbClr val="E55C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02920" y="197510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~50% error rate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2267712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Airtable fields delay invoices. Wrong Notion templates disrupt week one.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880360"/>
            <a:ext cx="5120640" cy="804672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365760" y="2880360"/>
            <a:ext cx="54864" cy="804672"/>
          </a:xfrm>
          <a:prstGeom prst="rect">
            <a:avLst/>
          </a:prstGeom>
          <a:solidFill>
            <a:srgbClr val="E55C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02920" y="293522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3 clients flagged issues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3227832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nearly didn't renew after calling the setup 'unstructured.'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840480"/>
            <a:ext cx="512064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365760" y="3840480"/>
            <a:ext cx="54864" cy="804672"/>
          </a:xfrm>
          <a:prstGeom prst="rect">
            <a:avLst/>
          </a:prstGeom>
          <a:solidFill>
            <a:srgbClr val="E55C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02920" y="389534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6–10 clients/month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" y="4187952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7.5 hours of account manager time lost each month on procedure alone.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760720" y="914400"/>
            <a:ext cx="3017520" cy="384048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21" name="Text 19"/>
          <p:cNvSpPr/>
          <p:nvPr/>
        </p:nvSpPr>
        <p:spPr>
          <a:xfrm>
            <a:off x="5852160" y="10058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Compounding Effects</a:t>
            </a:r>
            <a:endParaRPr lang="en-US" sz="1300" dirty="0">
              <a:solidFill>
                <a:srgbClr val="00B050"/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5852160" y="1463040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Incomplete Airtable →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852160" y="1709928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invoices →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852160" y="1956816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flow impact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852160" y="2203704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852160" y="2450592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Drive setup →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852160" y="2697480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Disorganised briefs →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852160" y="2944368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first impression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852160" y="3191256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852160" y="3438144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Notion template →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852160" y="3685032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structure week one →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852160" y="3931920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confidence lost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LangGraph agent that executes all four onboarding steps automatically — with validation, error handling, and full audit logging.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196596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74320" y="1280160"/>
            <a:ext cx="1965960" cy="5029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274320" y="132588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65760" y="1901952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Email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2377440"/>
            <a:ext cx="1783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with brand name, AM name, process overview, and kickoff calendar link.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450592" y="1280160"/>
            <a:ext cx="196596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2450592" y="1280160"/>
            <a:ext cx="1965960" cy="5029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2450592" y="132588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542032" y="1901952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Drive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542032" y="2377440"/>
            <a:ext cx="1783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Folder created with /Briefs /Scripts /Approved /Footage /Reports. Permissions set automatically.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26864" y="1280160"/>
            <a:ext cx="196596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626864" y="1280160"/>
            <a:ext cx="1965960" cy="5029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626864" y="132588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718304" y="1901952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Notion Hub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18304" y="2377440"/>
            <a:ext cx="1783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pulls latest master template. Populates all fields + auto-generates month 1 content calendar.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803136" y="1280160"/>
            <a:ext cx="196596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803136" y="1280160"/>
            <a:ext cx="1965960" cy="5029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803136" y="132588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894576" y="1901952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Airtable Record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894576" y="2377440"/>
            <a:ext cx="1783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record with all required fields, Drive link, and Notion link — no blanks, ever.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solidFill>
            <a:schemeClr val="bg2">
              <a:lumMod val="25000"/>
              <a:alpha val="80000"/>
            </a:schemeClr>
          </a:solidFill>
          <a:ln/>
        </p:spPr>
        <p:txBody>
          <a:bodyPr/>
          <a:lstStyle/>
          <a:p>
            <a:endParaRPr lang="en-IN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Tools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023360" cy="1170432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30352" y="105156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30352" y="132588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ORCHESTRATION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30352" y="152704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conditional branches — duplicate checks, error handling, retry logic — as a proper state machine.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960120"/>
            <a:ext cx="4023360" cy="1170432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919472" y="105156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19472" y="132588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CHAINING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919472" y="152704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Sequences the multi-step workflow and wraps each API integration as a callable tool.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286000"/>
            <a:ext cx="4023360" cy="1170432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30352" y="23774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30352" y="265176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INTEGRATIONS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30352" y="285292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to Google Drive, Notion, Airtable, and email via webhook triggers. No custom glue code needed.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2286000"/>
            <a:ext cx="4023360" cy="1170432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E55C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919472" y="23774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55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LangSmith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919472" y="265176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919472" y="285292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Audits every node, every API call, every field populated. Full trace on every run.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3611880"/>
            <a:ext cx="4023360" cy="1170432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530352" y="370332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30352" y="397764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ENDPOINT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30352" y="417880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webhook payload from n8n, constructs OnboardingState, calls app.invoke().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3611880"/>
            <a:ext cx="4023360" cy="1170432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919472" y="370332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SendGrid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919472" y="397764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DELIVERY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919472" y="417880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email and AM completion summary. Bounce detection built in.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Guide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896112"/>
            <a:ext cx="822960" cy="43891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65760" y="896112"/>
            <a:ext cx="822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325880" y="905256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skeleton + credentials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325880" y="1115568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install langgraph langchain langsmith + all API clients. Set up .env with all keys before writing agent code.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1481328"/>
            <a:ext cx="822960" cy="43891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65760" y="1481328"/>
            <a:ext cx="822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325880" y="1490472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OnboardingState schema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325880" y="1700784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TypedDict with all input fields + output placeholders (drive_link, notion_link, etc.) + errors/flags lists.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2066544"/>
            <a:ext cx="822960" cy="43891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65760" y="2066544"/>
            <a:ext cx="822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325880" y="207568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each node in isolation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325880" y="2286000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→ duplicate check → email → Drive → Notion → Airtable → summary → log. Test each independently.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2651760"/>
            <a:ext cx="822960" cy="43891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365760" y="2651760"/>
            <a:ext cx="822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325880" y="2660904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the LangGraph graph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325880" y="2871216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add_node for each, add_conditional_edges for validation/email bounce/duplicate, add_edge for linear steps.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3236976"/>
            <a:ext cx="822960" cy="43891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365760" y="3236976"/>
            <a:ext cx="822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325880" y="324612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trigger via n8n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1325880" y="3456432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→ HTTP POST to FastAPI endpoint → app.invoke(state). n8n handles integrations, Python is the brain.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65760" y="3822192"/>
            <a:ext cx="822960" cy="43891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365760" y="3822192"/>
            <a:ext cx="822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325880" y="3831336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LangSmith tracing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1325880" y="4041648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LANGCHAIN_TRACING_V2=true + API key. Every node traced automatically with inputs, outputs, and errors.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65760" y="4407408"/>
            <a:ext cx="822960" cy="43891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365760" y="4407408"/>
            <a:ext cx="822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7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325880" y="4416552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Drive retry logic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1325880" y="4626864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Drive API in a 2-attempt loop with 3s sleep. If still failing, inject 'drive_api_failure' into errors list.</a:t>
            </a:r>
            <a:endParaRPr lang="en-US" sz="950" dirty="0"/>
          </a:p>
        </p:txBody>
      </p:sp>
      <p:sp>
        <p:nvSpPr>
          <p:cNvPr id="38" name="Shape 0">
            <a:extLst>
              <a:ext uri="{FF2B5EF4-FFF2-40B4-BE49-F238E27FC236}">
                <a16:creationId xmlns:a16="http://schemas.microsoft.com/office/drawing/2014/main" id="{04CEC9EF-E464-A7E4-90E0-293565D24A31}"/>
              </a:ext>
            </a:extLst>
          </p:cNvPr>
          <p:cNvSpPr/>
          <p:nvPr/>
        </p:nvSpPr>
        <p:spPr>
          <a:xfrm>
            <a:off x="0" y="5075037"/>
            <a:ext cx="9144000" cy="73152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Cases the Agent Handles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411480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57200" y="121615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bounces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55448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57200" y="171907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to AM immediately · pause welcome email step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960120"/>
            <a:ext cx="411480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892040" y="105156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4892040" y="121615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brand name in Airtable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92040" y="155448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4892040" y="171907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and request human confirmation before creating record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2286000"/>
            <a:ext cx="411480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57200" y="237744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57200" y="254203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start date in the past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288036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457200" y="304495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and ask for confirmation — no silent retroactive records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2286000"/>
            <a:ext cx="411480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892040" y="237744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892040" y="254203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Unrecognised account manager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92040" y="288036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892040" y="304495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the mismatch — no record created with an unknown AM name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" y="3611880"/>
            <a:ext cx="411480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57200" y="370332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457200" y="386791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Drive API failure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57200" y="420624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457200" y="437083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failure · retry once · alert AM with manual instructions if still failing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54880" y="3611880"/>
            <a:ext cx="411480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892040" y="370332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4892040" y="386791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 Notion template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892040" y="420624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4892040" y="437083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pull current master template fresh — never from cache</a:t>
            </a:r>
            <a:endParaRPr lang="en-US" sz="1000" dirty="0"/>
          </a:p>
        </p:txBody>
      </p:sp>
      <p:sp>
        <p:nvSpPr>
          <p:cNvPr id="40" name="Shape 0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Outputs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2560320" cy="1645920"/>
          </a:xfrm>
          <a:prstGeom prst="rect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 hrs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8745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recovered per month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2402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10 clients/month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91840" y="1051560"/>
            <a:ext cx="2560320" cy="1645920"/>
          </a:xfrm>
          <a:prstGeom prst="rect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291840" y="109728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~0%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291840" y="18745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onboarding steps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91840" y="22402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~50% today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1051560"/>
            <a:ext cx="2560320" cy="1645920"/>
          </a:xfrm>
          <a:prstGeom prst="rect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126480" y="109728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126480" y="18745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client setup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26480" y="22402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links live instantly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3095245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unlocks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324612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managers spend zero time on procedural setup — focus on client relationships instead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onboarding is identical — no steps missed, no wrong templates, no incomplete records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delays caused by missing Airtable fields become structurally impossible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observability via LangSmith — ops can audit any onboarding in seconds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752</Words>
  <Application>Microsoft Office PowerPoint</Application>
  <PresentationFormat>On-screen Show (16:9)</PresentationFormat>
  <Paragraphs>124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Scrollhouse Client Onboarding Agent</dc:title>
  <dc:subject>PptxGenJS Presentation</dc:subject>
  <dc:creator>PptxGenJS</dc:creator>
  <cp:lastModifiedBy>AYUSH RAJ</cp:lastModifiedBy>
  <cp:revision>4</cp:revision>
  <dcterms:created xsi:type="dcterms:W3CDTF">2026-04-03T08:20:51Z</dcterms:created>
  <dcterms:modified xsi:type="dcterms:W3CDTF">2026-04-03T10:13:25Z</dcterms:modified>
</cp:coreProperties>
</file>