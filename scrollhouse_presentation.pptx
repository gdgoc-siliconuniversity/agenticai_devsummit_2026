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5321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914400"/>
            <a:ext cx="1371600" cy="292608"/>
          </a:xfrm>
          <a:prstGeom prst="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PS-01  AGENTIC 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Scrollhouse</a:t>
            </a:r>
            <a:endParaRPr lang="en-US" sz="5200" dirty="0"/>
          </a:p>
        </p:txBody>
      </p:sp>
      <p:sp>
        <p:nvSpPr>
          <p:cNvPr id="38" name="Text 36"/>
          <p:cNvSpPr/>
          <p:nvPr/>
        </p:nvSpPr>
        <p:spPr>
          <a:xfrm>
            <a:off x="502920" y="2057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9998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Agent</a:t>
            </a:r>
            <a:endParaRPr lang="en-US" sz="5200" dirty="0"/>
          </a:p>
        </p:txBody>
      </p:sp>
      <p:sp>
        <p:nvSpPr>
          <p:cNvPr id="39" name="Shape 37"/>
          <p:cNvSpPr/>
          <p:nvPr/>
        </p:nvSpPr>
        <p:spPr>
          <a:xfrm>
            <a:off x="502920" y="2880360"/>
            <a:ext cx="411480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45-minute manual onboarding into a 2-minute AI-orchestrated workflow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Agents  </a:t>
            </a:r>
            <a:pPr indent="0" marL="0">
              <a:buNone/>
            </a:pPr>
            <a:r>
              <a:rPr lang="en-US" sz="1100" dirty="0">
                <a:solidFill>
                  <a:srgbClr val="888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Agentic AI Hackathon  ·  3rd April 2025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1005840"/>
            <a:ext cx="1645920" cy="100584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1051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45m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323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Manual 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0" y="2194560"/>
            <a:ext cx="1645920" cy="100584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~2m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71323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With AI 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32320" y="3383280"/>
            <a:ext cx="1645920" cy="100584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13232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Error rate before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4"/>
                </a:solidFill>
              </a:rPr>
              <a:t>PS-01 — Client Onboarding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new client requires 45 minutes of manual, error-prone work.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011680" cy="1554480"/>
          </a:xfrm>
          <a:prstGeom prst="rect">
            <a:avLst/>
          </a:prstGeom>
          <a:solidFill>
            <a:srgbClr val="FEF3D0"/>
          </a:solidFill>
          <a:ln w="12700">
            <a:solidFill>
              <a:srgbClr val="C47D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2011680" cy="73152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Welcome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Written &amp; sent manually every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737360"/>
            <a:ext cx="2011680" cy="1554480"/>
          </a:xfrm>
          <a:prstGeom prst="rect">
            <a:avLst/>
          </a:prstGeom>
          <a:solidFill>
            <a:srgbClr val="E6F4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737360"/>
            <a:ext cx="20116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50592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Google Drive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0592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Folder + 5 subfolders created by hand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737360"/>
            <a:ext cx="2011680" cy="15544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737360"/>
            <a:ext cx="201168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Notion Page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Copy-pasted from wrong template 30% of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737360"/>
            <a:ext cx="2011680" cy="1554480"/>
          </a:xfrm>
          <a:prstGeom prst="rect">
            <a:avLst/>
          </a:prstGeom>
          <a:solidFill>
            <a:srgbClr val="FFF1F2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737360"/>
            <a:ext cx="201168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03136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Airtable Record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03136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Missing fields in 50% of onboardings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4.5–7.5 hrs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Lost per month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3566160"/>
            <a:ext cx="0" cy="1005840"/>
          </a:xfrm>
          <a:prstGeom prst="line">
            <a:avLst/>
          </a:prstGeom>
          <a:noFill/>
          <a:ln w="6350">
            <a:solidFill>
              <a:srgbClr val="3333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8803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Onboardings have errors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566160"/>
            <a:ext cx="0" cy="1005840"/>
          </a:xfrm>
          <a:prstGeom prst="line">
            <a:avLst/>
          </a:prstGeom>
          <a:noFill/>
          <a:ln w="6350">
            <a:solidFill>
              <a:srgbClr val="3333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clients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92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Flagged issues in 6 months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3566160"/>
            <a:ext cx="0" cy="1005840"/>
          </a:xfrm>
          <a:prstGeom prst="line">
            <a:avLst/>
          </a:prstGeom>
          <a:noFill/>
          <a:ln w="6350">
            <a:solidFill>
              <a:srgbClr val="3333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renewal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780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Nearly lost due to chaos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agent that does it all — automatically.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4"/>
                </a:solidFill>
              </a:rPr>
              <a:t>Claude claude-opus-4-5 uses Tool Use to orchestrate Google Drive, Notion, Airtable &amp; Email in one sequential agentic 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4767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Form / CRM webhook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72768" y="2560320"/>
            <a:ext cx="146304" cy="0"/>
          </a:xfrm>
          <a:prstGeom prst="line">
            <a:avLst/>
          </a:prstGeom>
          <a:noFill/>
          <a:ln w="19050">
            <a:solidFill>
              <a:srgbClr val="5555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9476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AI-personalised welcome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2560320"/>
            <a:ext cx="146304" cy="0"/>
          </a:xfrm>
          <a:prstGeom prst="line">
            <a:avLst/>
          </a:prstGeom>
          <a:noFill/>
          <a:ln w="19050">
            <a:solidFill>
              <a:srgbClr val="5555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C47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947672"/>
            <a:ext cx="457200" cy="457200"/>
          </a:xfrm>
          <a:prstGeom prst="ellipse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5-subfolder structure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98848" y="2560320"/>
            <a:ext cx="146304" cy="0"/>
          </a:xfrm>
          <a:prstGeom prst="line">
            <a:avLst/>
          </a:prstGeom>
          <a:noFill/>
          <a:ln w="19050">
            <a:solidFill>
              <a:srgbClr val="5555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1947672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Latest template + calendar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61888" y="2560320"/>
            <a:ext cx="146304" cy="0"/>
          </a:xfrm>
          <a:prstGeom prst="line">
            <a:avLst/>
          </a:prstGeom>
          <a:noFill/>
          <a:ln w="19050">
            <a:solidFill>
              <a:srgbClr val="5555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1947672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Airtable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All fields + links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24928" y="2560320"/>
            <a:ext cx="146304" cy="0"/>
          </a:xfrm>
          <a:prstGeom prst="line">
            <a:avLst/>
          </a:prstGeom>
          <a:noFill/>
          <a:ln w="19050">
            <a:solidFill>
              <a:srgbClr val="5555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1874520"/>
            <a:ext cx="1280160" cy="1371600"/>
          </a:xfrm>
          <a:prstGeom prst="rect">
            <a:avLst/>
          </a:prstGeom>
          <a:solidFill>
            <a:srgbClr val="28282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19476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895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Summary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AM notified + logged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474720"/>
            <a:ext cx="2011680" cy="1371600"/>
          </a:xfrm>
          <a:prstGeom prst="rect">
            <a:avLst/>
          </a:prstGeom>
          <a:solidFill>
            <a:srgbClr val="1C1C1A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74320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BC5"/>
                </a:solidFill>
              </a:rPr>
              <a:t>Claude reasons across steps — not scripted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50592" y="3474720"/>
            <a:ext cx="2011680" cy="1371600"/>
          </a:xfrm>
          <a:prstGeom prst="rect">
            <a:avLst/>
          </a:prstGeom>
          <a:solidFill>
            <a:srgbClr val="1C1C1A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450592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BC5"/>
                </a:solidFill>
              </a:rPr>
              <a:t>Passes outputs between tools automatically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26864" y="3474720"/>
            <a:ext cx="2011680" cy="1371600"/>
          </a:xfrm>
          <a:prstGeom prst="rect">
            <a:avLst/>
          </a:prstGeom>
          <a:solidFill>
            <a:srgbClr val="1C1C1A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626864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BC5"/>
                </a:solidFill>
              </a:rPr>
              <a:t>Detects &amp; flags edge cases autonomously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03136" y="3474720"/>
            <a:ext cx="2011680" cy="1371600"/>
          </a:xfrm>
          <a:prstGeom prst="rect">
            <a:avLst/>
          </a:prstGeom>
          <a:solidFill>
            <a:srgbClr val="1C1C1A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03136" y="3547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803136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BC5"/>
                </a:solidFill>
              </a:rPr>
              <a:t>Haiku writes personalised email copy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657600" cy="822960"/>
          </a:xfrm>
          <a:prstGeom prst="rect">
            <a:avLst/>
          </a:prstGeom>
          <a:solidFill>
            <a:srgbClr val="E6F4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</a:rPr>
              <a:t>HTTP Trigger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POST /api/onboarding/trigger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600200"/>
            <a:ext cx="0" cy="182880"/>
          </a:xfrm>
          <a:prstGeom prst="line">
            <a:avLst/>
          </a:prstGeom>
          <a:noFill/>
          <a:ln w="12700">
            <a:solidFill>
              <a:srgbClr val="6B6B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83080"/>
            <a:ext cx="365760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64008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56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</a:rPr>
              <a:t>Express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server.js — Routes +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606040"/>
            <a:ext cx="0" cy="182880"/>
          </a:xfrm>
          <a:prstGeom prst="line">
            <a:avLst/>
          </a:prstGeom>
          <a:noFill/>
          <a:ln w="12700">
            <a:solidFill>
              <a:srgbClr val="6B6B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88920"/>
            <a:ext cx="3657600" cy="822960"/>
          </a:xfrm>
          <a:prstGeom prst="rect">
            <a:avLst/>
          </a:prstGeom>
          <a:solidFill>
            <a:srgbClr val="FEF3D0"/>
          </a:solidFill>
          <a:ln w="12700">
            <a:solidFill>
              <a:srgbClr val="C47D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64008" cy="822960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62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</a:rPr>
              <a:t>Claude claude-opus-4-5 Agent Loop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onboardingAgent.js — Tool 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611880"/>
            <a:ext cx="0" cy="182880"/>
          </a:xfrm>
          <a:prstGeom prst="line">
            <a:avLst/>
          </a:prstGeom>
          <a:noFill/>
          <a:ln w="12700">
            <a:solidFill>
              <a:srgbClr val="6B6B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94760"/>
            <a:ext cx="3657600" cy="822960"/>
          </a:xfrm>
          <a:prstGeom prst="rect">
            <a:avLst/>
          </a:prstGeom>
          <a:solidFill>
            <a:srgbClr val="E8F7E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9476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67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</a:rPr>
              <a:t>Tool Executor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6 tools mapped to real APIs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188720"/>
            <a:ext cx="4114800" cy="640080"/>
          </a:xfrm>
          <a:prstGeom prst="rect">
            <a:avLst/>
          </a:prstGeom>
          <a:solidFill>
            <a:srgbClr val="FFF8E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18872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Google Drive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1517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Folder + subfolders + permissions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947672"/>
            <a:ext cx="4114800" cy="640080"/>
          </a:xfrm>
          <a:prstGeom prst="rect">
            <a:avLst/>
          </a:prstGeom>
          <a:solidFill>
            <a:srgbClr val="FAFAF8"/>
          </a:solidFill>
          <a:ln w="9525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947672"/>
            <a:ext cx="54864" cy="640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Notion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36592" y="2276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Page from latest master template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706624"/>
            <a:ext cx="4114800" cy="640080"/>
          </a:xfrm>
          <a:prstGeom prst="rect">
            <a:avLst/>
          </a:prstGeom>
          <a:solidFill>
            <a:srgbClr val="F0FDF4"/>
          </a:solidFill>
          <a:ln w="9525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706624"/>
            <a:ext cx="54864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761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Airtable REST API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36592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Duplicate check → record creation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465576"/>
            <a:ext cx="4114800" cy="640080"/>
          </a:xfrm>
          <a:prstGeom prst="rect">
            <a:avLst/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465576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SMTP / Nodemailer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36592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Welcome email + completion summary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224528"/>
            <a:ext cx="4114800" cy="640080"/>
          </a:xfrm>
          <a:prstGeom prst="rect">
            <a:avLst/>
          </a:prstGeom>
          <a:solidFill>
            <a:srgbClr val="FDF4FF"/>
          </a:solidFill>
          <a:ln w="9525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4224528"/>
            <a:ext cx="54864" cy="6400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Claude Haiku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36592" y="4553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Personalised email copy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31920" y="2651760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13632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EDGE CASE HANDLING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4"/>
                </a:solidFill>
              </a:rPr>
              <a:t>Claude handles all 6 failure modes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7"/>
                </a:solidFill>
              </a:rPr>
              <a:t>The agent detects anomalies and flags them before they cause downstream failures.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✉  Email Bounce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100584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BLOCKING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flag_issue(email_bounce) → pause welcome step → alert AM immediately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🔄  Duplicate Brand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371600"/>
            <a:ext cx="100584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BLOCKING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8888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checkDuplicateBrand() before write → flag_issue → request confirmation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📅  Retroactive Start 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560320"/>
            <a:ext cx="1005840" cy="256032"/>
          </a:xfrm>
          <a:prstGeom prst="rect">
            <a:avLst/>
          </a:prstGeom>
          <a:solidFill>
            <a:srgbClr val="FEF3D0"/>
          </a:solidFill>
          <a:ln w="6350">
            <a:solidFill>
              <a:srgbClr val="C47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7D00"/>
                </a:solidFill>
              </a:rPr>
              <a:t>WARNING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Claude detects date &lt; today → flag_issue(warning) → continue with note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👤  Unknown Account Manager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2560320"/>
            <a:ext cx="100584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BLOCKING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18888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Missing AM email detected → flag_issue(blocking) → halt onboarding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⚙  API Failure (Drive)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749040"/>
            <a:ext cx="1005840" cy="256032"/>
          </a:xfrm>
          <a:prstGeom prst="rect">
            <a:avLst/>
          </a:prstGeom>
          <a:solidFill>
            <a:srgbClr val="FEF3D0"/>
          </a:solidFill>
          <a:ln w="6350">
            <a:solidFill>
              <a:srgbClr val="C47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7D00"/>
                </a:solidFill>
              </a:rPr>
              <a:t>WARNING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try/catch → retry once → if still failing → flag + manual instructions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6576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18888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📋  Wrong Notion Template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0" y="3749040"/>
            <a:ext cx="1005840" cy="256032"/>
          </a:xfrm>
          <a:prstGeom prst="rect">
            <a:avLst/>
          </a:prstGeom>
          <a:solidFill>
            <a:srgbClr val="E8F7EF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4A"/>
                </a:solidFill>
              </a:rPr>
              <a:t>PREVENTED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Always fetches live template on every run — never uses cached version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4"/>
                </a:solidFill>
              </a:rPr>
              <a:t>Every tool chosen for hackathon speed + real-world production readiness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01168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</a:rPr>
              <a:t>AI / LLM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673352"/>
            <a:ext cx="2011680" cy="3127248"/>
          </a:xfrm>
          <a:prstGeom prst="rect">
            <a:avLst/>
          </a:prstGeom>
          <a:solidFill>
            <a:srgbClr val="1E1A3A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76479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64792"/>
            <a:ext cx="4572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56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claude-opus-4-5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Agent orchestration + Tool Use loop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77063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770632"/>
            <a:ext cx="4572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Haiku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Email copy generation (fast, cheap)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377647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776472"/>
            <a:ext cx="4572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Anthropic SDK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API client for agentic loop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32304" y="1325880"/>
            <a:ext cx="201168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2304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32304" y="1673352"/>
            <a:ext cx="2011680" cy="3127248"/>
          </a:xfrm>
          <a:prstGeom prst="rect">
            <a:avLst/>
          </a:prstGeom>
          <a:solidFill>
            <a:srgbClr val="0A2A2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176479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3744" y="1764792"/>
            <a:ext cx="4572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1856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Node.js + Express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33472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REST API 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23744" y="277063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3744" y="2770632"/>
            <a:ext cx="4572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UUID + dotenv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33472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Run IDs + config management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23744" y="377647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23744" y="3776472"/>
            <a:ext cx="4572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Nodemailer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33472" y="4160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SMTP email delivery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08576" y="1325880"/>
            <a:ext cx="2011680" cy="347472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</a:rPr>
              <a:t>Integrations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08576" y="1673352"/>
            <a:ext cx="2011680" cy="3127248"/>
          </a:xfrm>
          <a:prstGeom prst="rect">
            <a:avLst/>
          </a:prstGeom>
          <a:solidFill>
            <a:srgbClr val="2A1E00"/>
          </a:solidFill>
          <a:ln w="6350">
            <a:solidFill>
              <a:srgbClr val="C47D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176479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0016" y="1764792"/>
            <a:ext cx="45720" cy="868680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1856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googleapis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9744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Drive folder + permissions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0016" y="277063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2770632"/>
            <a:ext cx="45720" cy="868680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Notion REST API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Client hub creation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0016" y="377647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0016" y="3776472"/>
            <a:ext cx="45720" cy="868680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Airtable SDK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9744" y="4160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CRM record management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84848" y="1325880"/>
            <a:ext cx="20116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84848" y="1673352"/>
            <a:ext cx="2011680" cy="3127248"/>
          </a:xfrm>
          <a:prstGeom prst="rect">
            <a:avLst/>
          </a:prstGeom>
          <a:solidFill>
            <a:srgbClr val="0A1F12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76288" y="176479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76288" y="1764792"/>
            <a:ext cx="4572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1856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HTML/CSS/JS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86016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Zero-dependency dashboard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76288" y="277063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76288" y="2770632"/>
            <a:ext cx="4572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86016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console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86016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Agent step visualisation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76288" y="3776472"/>
            <a:ext cx="1828800" cy="868680"/>
          </a:xfrm>
          <a:prstGeom prst="rect">
            <a:avLst/>
          </a:prstGeom>
          <a:solidFill>
            <a:srgbClr val="282826"/>
          </a:solidFill>
          <a:ln w="6350">
            <a:solidFill>
              <a:srgbClr val="2A2A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76288" y="3776472"/>
            <a:ext cx="4572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86016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Logs + stats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86016" y="4160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Audit trail UI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form submission to fully onboarded client —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Submit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Fill brand details on the Dashboard UI and click "Start Onboarding"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155448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Agent Triggers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664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POST /api/onboarding/trigger/sync → Claude claude-opus-4-5 receives client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66760" y="155448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0:02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4028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4028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Email Sent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624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Claude Haiku writes personalised email → Nodemailer delivers to billing contact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86200" y="251460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0:05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4028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4028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Drive Created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624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5 subfolders created, permissions set for client + AM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251460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0:18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2004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20040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0040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Notion Built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Client hub created from latest template with auto content calendar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86200" y="347472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0:28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2004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20040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20040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Airtable Updated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Duplicate check passes → all 12 fields populated including Drive + Notion links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66760" y="347472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0:38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1605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416052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16052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AM Notified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" y="4544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Completion summary with all 3 links sent to account manager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86200" y="443484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86200" y="4434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0:45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54880" y="41605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2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4160520"/>
            <a:ext cx="475488" cy="8229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16052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3035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</a:rPr>
              <a:t>Logged + Done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03520" y="4544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7"/>
                </a:solidFill>
              </a:rPr>
              <a:t>Run ID, timestamp, step audit saved to log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66760" y="4434840"/>
            <a:ext cx="457200" cy="256032"/>
          </a:xfrm>
          <a:prstGeom prst="rect">
            <a:avLst/>
          </a:prstGeom>
          <a:solidFill>
            <a:srgbClr val="E6F4F3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760" y="4434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1:50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7"/>
                </a:solidFill>
              </a:rPr>
              <a:t>Measurable results. Real numbers from the problem statement.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840480" cy="3520440"/>
          </a:xfrm>
          <a:prstGeom prst="rect">
            <a:avLst/>
          </a:prstGeom>
          <a:solidFill>
            <a:srgbClr val="FFF1F2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384048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Per onboarding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 hrs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Lost per month (10 clients)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74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Have at least one 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23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clients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4507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Flagged problems in 6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0"/>
                </a:solidFill>
              </a:rPr>
              <a:t>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16052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280160"/>
            <a:ext cx="3840480" cy="3520440"/>
          </a:xfrm>
          <a:prstGeom prst="rect">
            <a:avLst/>
          </a:prstGeom>
          <a:solidFill>
            <a:srgbClr val="E8F7E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280160"/>
            <a:ext cx="384048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AFTER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min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Per onboarding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624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hrs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1208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Manual work per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374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12080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Error rate (edge cases handled)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4123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212080" y="4507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</a:rPr>
              <a:t>Steps complete, every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PROJECT STRUCTURE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60520" cy="4160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scrollhouse-agent/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65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584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package.json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516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B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.env.template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48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onboardingAgent.js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41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380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onboarding.js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status.js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312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227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googleDrive.js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244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notionService.js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airtableService.js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176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emailService.js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14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contentCalendar.js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108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frontend/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407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index.html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31520"/>
            <a:ext cx="4206240" cy="960120"/>
          </a:xfrm>
          <a:prstGeom prst="rect">
            <a:avLst/>
          </a:prstGeom>
          <a:solidFill>
            <a:srgbClr val="2A1515"/>
          </a:solidFill>
          <a:ln w="9525">
            <a:solidFill>
              <a:srgbClr val="FFB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731520"/>
            <a:ext cx="45720" cy="96012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onboardingAgent.js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109728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BC5"/>
                </a:solidFill>
              </a:rPr>
              <a:t>🤖 The brain — Claude Tool Use agentic loop. Orchestrates all 6 tools, handles edge cases, passes outputs between steps.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01368"/>
            <a:ext cx="4206240" cy="960120"/>
          </a:xfrm>
          <a:prstGeom prst="rect">
            <a:avLst/>
          </a:prstGeom>
          <a:solidFill>
            <a:srgbClr val="101A2A"/>
          </a:solidFill>
          <a:ln w="9525">
            <a:solidFill>
              <a:srgbClr val="79C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801368"/>
            <a:ext cx="45720" cy="9601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21671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BC5"/>
                </a:solidFill>
              </a:rPr>
              <a:t>🚀 Express entry point. Two endpoints: async trigger (returns immediately) + sync trigger (waits — useful for demos).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871216"/>
            <a:ext cx="4206240" cy="960120"/>
          </a:xfrm>
          <a:prstGeom prst="rect">
            <a:avLst/>
          </a:prstGeom>
          <a:solidFill>
            <a:srgbClr val="0F1E13"/>
          </a:solidFill>
          <a:ln w="9525">
            <a:solidFill>
              <a:srgbClr val="A8DA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871216"/>
            <a:ext cx="45720" cy="960120"/>
          </a:xfrm>
          <a:prstGeom prst="rect">
            <a:avLst/>
          </a:prstGeom>
          <a:solidFill>
            <a:srgbClr val="A8DAAB"/>
          </a:solidFill>
          <a:ln w="12700">
            <a:solidFill>
              <a:srgbClr val="A8DA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944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emailService.js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323697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BC5"/>
                </a:solidFill>
              </a:rPr>
              <a:t>✉ Dual AI call — claude-opus-4-5 orchestrates, Haiku writes personalised email body. Welcome + completion summary.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941064"/>
            <a:ext cx="4206240" cy="960120"/>
          </a:xfrm>
          <a:prstGeom prst="rect">
            <a:avLst/>
          </a:prstGeom>
          <a:solidFill>
            <a:srgbClr val="221B08"/>
          </a:solidFill>
          <a:ln w="9525">
            <a:solidFill>
              <a:srgbClr val="F8BE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941064"/>
            <a:ext cx="45720" cy="960120"/>
          </a:xfrm>
          <a:prstGeom prst="rect">
            <a:avLst/>
          </a:prstGeom>
          <a:solidFill>
            <a:srgbClr val="F8BE75"/>
          </a:solidFill>
          <a:ln w="12700">
            <a:solidFill>
              <a:srgbClr val="F8B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014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B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430682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BC5"/>
                </a:solidFill>
              </a:rPr>
              <a:t>📊 Full dashboard: stats, form, real-time console, step tracker, logs table. Zero frameworks needed.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532120"/>
            <a:ext cx="9144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822960"/>
            <a:ext cx="137160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822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THANK YOU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1280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Agents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502920" y="1938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8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Hackathon · PS-01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02920" y="2560320"/>
            <a:ext cx="411480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Sridhar Sahu  ·  Lead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2926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sahusridhar23@gmail.com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3081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Tinku Kumar Mahto  ·  Member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3101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tinkumahto270305@gmail.com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34655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Kanha Raheja  ·  Member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36941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4"/>
                </a:solidFill>
              </a:rPr>
              <a:t>kanharaheja671@gmail.com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1097280"/>
            <a:ext cx="1051560" cy="118872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12618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675120" y="1847088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Files built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18120" y="1097280"/>
            <a:ext cx="1051560" cy="118872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12618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7818120" y="1847088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Tools defined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75120" y="2468880"/>
            <a:ext cx="1051560" cy="118872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675120" y="3218688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AI models used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818120" y="2468880"/>
            <a:ext cx="1051560" cy="1188720"/>
          </a:xfrm>
          <a:prstGeom prst="rect">
            <a:avLst/>
          </a:prstGeom>
          <a:solidFill>
            <a:srgbClr val="282826"/>
          </a:solidFill>
          <a:ln w="6350">
            <a:solidFill>
              <a:srgbClr val="33333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1812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~2m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7818120" y="3218688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4"/>
                </a:solidFill>
              </a:rPr>
              <a:t>Onboarding time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Scrollhouse Onboarding Agent  ·  Claude claude-opus-4-5 + Tool Use  ·  Google Drive · Notion · Airtable · Email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Scrollhouse Onboarding Agent — PS-01</dc:title>
  <dc:subject>PptxGenJS Presentation</dc:subject>
  <dc:creator>Team Agents</dc:creator>
  <cp:lastModifiedBy>Team Agents</cp:lastModifiedBy>
  <cp:revision>1</cp:revision>
  <dcterms:created xsi:type="dcterms:W3CDTF">2026-04-03T08:22:28Z</dcterms:created>
  <dcterms:modified xsi:type="dcterms:W3CDTF">2026-04-03T08:22:28Z</dcterms:modified>
</cp:coreProperties>
</file>